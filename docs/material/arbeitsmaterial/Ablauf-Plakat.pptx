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Ablauf-Plakat Vorlage zum Ausfüllen. A3 hoch drucken, kann auf A2 vergrößert werden. Die vier Themen sind wortgleich mit Folie 2 des Moduls. Die erste Seite ist die leere Vorlage zum Selbst-Eintragen.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Ablauf-Plakat Instagram. A3 hoch drucken, kann auf A2 vergrößert werden. Die vier Themen sind wortgleich mit Folie 2 des Moduls. Die erste Seite ist die leere Vorlage zum Selbst-Eintragen.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Ablauf-Plakat Facebook. A3 hoch drucken, kann auf A2 vergrößert werden. Die vier Themen sind wortgleich mit Folie 2 des Moduls. Die erste Seite ist die leere Vorlage zum Selbst-Eintragen.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Ablauf-Plakat TikTok. A3 hoch drucken, kann auf A2 vergrößert werden. Die vier Themen sind wortgleich mit Folie 2 des Moduls. Die erste Seite ist die leere Vorlage zum Selbst-Eintragen.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Ablauf-Plakat Snapchat. A3 hoch drucken, kann auf A2 vergrößert werden. Die vier Themen sind wortgleich mit Folie 2 des Moduls. Die erste Seite ist die leere Vorlage zum Selbst-Eintragen.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Ablauf-Plakat Cybermobbing. A3 hoch drucken, kann auf A2 vergrößert werden. Die vier Themen sind wortgleich mit Folie 2 des Moduls. Die erste Seite ist die leere Vorlage zum Selbst-Eintragen.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440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0"/>
            <a:ext cx="9252000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machen wir heute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872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872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Ankommen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988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988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Wir fangen an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104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6000" y="4230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4230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72000" y="4788000"/>
            <a:ext cx="7776000" cy="0"/>
          </a:xfrm>
          <a:prstGeom prst="line">
            <a:avLst/>
          </a:prstGeom>
          <a:ln w="12700">
            <a:solidFill>
              <a:srgbClr val="48586A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872000" y="4104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5220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6000" y="5346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5346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72000" y="5904000"/>
            <a:ext cx="7776000" cy="0"/>
          </a:xfrm>
          <a:prstGeom prst="line">
            <a:avLst/>
          </a:prstGeom>
          <a:ln w="12700">
            <a:solidFill>
              <a:srgbClr val="48586A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1872000" y="5220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6336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6000" y="6462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000" y="6462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72000" y="7020000"/>
            <a:ext cx="7776000" cy="0"/>
          </a:xfrm>
          <a:prstGeom prst="line">
            <a:avLst/>
          </a:prstGeom>
          <a:ln w="12700">
            <a:solidFill>
              <a:srgbClr val="48586A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1872000" y="6336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7452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6000" y="7578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000" y="7578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872000" y="8136000"/>
            <a:ext cx="7776000" cy="0"/>
          </a:xfrm>
          <a:prstGeom prst="line">
            <a:avLst/>
          </a:prstGeom>
          <a:ln w="12700">
            <a:solidFill>
              <a:srgbClr val="48586A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1872000" y="7452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8568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0000" y="8568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Pause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9684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0" y="9684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Praxis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10800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000" y="10800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Quiz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000" y="11916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0000" y="11916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Lernplattform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0000" y="13032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0000" y="13032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Eine Sache für heute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14472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4BEC6"/>
                </a:solidFill>
                <a:latin typeface="Arial"/>
              </a:rPr>
              <a:t>Vorlage zum Ausfüllen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000" y="14832000"/>
            <a:ext cx="99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4BEC6"/>
                </a:solidFill>
                <a:latin typeface="Arial"/>
              </a:rPr>
              <a:t>Stand: 20.09.2026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440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0"/>
            <a:ext cx="9252000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machen wir heute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872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872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Ankommen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988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988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Wir fangen an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104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6000" y="4230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4230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2000" y="4104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Mein Konto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5220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000" y="5346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5346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2000" y="5220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Fotos und 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6336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6000" y="6462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" y="6462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2000" y="6336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Fremde wollen etwas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7452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6000" y="7578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000" y="7578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2000" y="7452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Wenn etwas verletzt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8568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000" y="8568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Pause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9684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000" y="9684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Praxis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10800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0000" y="10800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Quiz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11916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0" y="11916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Lernplattform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13032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000" y="13032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Eine Sache für heute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14472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4BEC6"/>
                </a:solidFill>
                <a:latin typeface="Arial"/>
              </a:rPr>
              <a:t>Instagram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00" y="14832000"/>
            <a:ext cx="99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4BEC6"/>
                </a:solidFill>
                <a:latin typeface="Arial"/>
              </a:rPr>
              <a:t>Stand: 20.09.2026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440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0"/>
            <a:ext cx="9252000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machen wir heute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872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872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Ankommen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988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988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Wir fangen an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104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6000" y="4230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4230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2000" y="4104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Mein Profil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5220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000" y="5346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5346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2000" y="5220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Was ich teile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6336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6000" y="6462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" y="6462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2000" y="6336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Fremde wollen etwas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7452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6000" y="7578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000" y="7578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2000" y="7452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Wenn etwas verletzt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8568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000" y="8568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Pause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9684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000" y="9684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Praxis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10800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0000" y="10800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Quiz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11916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0" y="11916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Lernplattform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13032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000" y="13032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Eine Sache für heute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14472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4BEC6"/>
                </a:solidFill>
                <a:latin typeface="Arial"/>
              </a:rPr>
              <a:t>Facebook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00" y="14832000"/>
            <a:ext cx="99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4BEC6"/>
                </a:solidFill>
                <a:latin typeface="Arial"/>
              </a:rPr>
              <a:t>Stand: 20.09.2026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440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0"/>
            <a:ext cx="9252000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machen wir heute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872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872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Ankommen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988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988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Wir fangen an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104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6000" y="4230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4230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2000" y="4104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Mein Konto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5220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000" y="5346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5346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2000" y="5220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Was ich im Video zeige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6336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6000" y="6462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" y="6462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2000" y="6336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Trends und Druck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7452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6000" y="7578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000" y="7578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2000" y="7452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Wenn etwas nicht gut tut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8568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000" y="8568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Pause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9684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000" y="9684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Praxis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10800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0000" y="10800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Quiz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11916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0" y="11916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Lernplattform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13032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000" y="13032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Eine Sache für heute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14472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4BEC6"/>
                </a:solidFill>
                <a:latin typeface="Arial"/>
              </a:rPr>
              <a:t>TikTok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00" y="14832000"/>
            <a:ext cx="99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4BEC6"/>
                </a:solidFill>
                <a:latin typeface="Arial"/>
              </a:rPr>
              <a:t>Stand: 20.09.2026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440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0"/>
            <a:ext cx="9252000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machen wir heute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872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872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Ankommen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988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988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Wir fangen an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104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6000" y="4230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4230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2000" y="4104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Mein Konto und meine Freunde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5220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000" y="5346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5346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2000" y="5220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Bilder und 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6336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6000" y="6462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" y="6462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2000" y="6336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Druck und sehr private Bilder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7452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6000" y="7578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000" y="7578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2000" y="7452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Wenn etwas verletzt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8568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000" y="8568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Pause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9684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000" y="9684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Praxis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10800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0000" y="10800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Quiz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11916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0" y="11916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Lernplattform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13032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000" y="13032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Eine Sache für heute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14472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4BEC6"/>
                </a:solidFill>
                <a:latin typeface="Arial"/>
              </a:rPr>
              <a:t>Snapchat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00" y="14832000"/>
            <a:ext cx="99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4BEC6"/>
                </a:solidFill>
                <a:latin typeface="Arial"/>
              </a:rPr>
              <a:t>Stand: 20.09.2026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440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0"/>
            <a:ext cx="9252000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machen wir heute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872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872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Ankommen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988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988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Wir fangen an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104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6000" y="4230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4230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2000" y="4104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Was ist Cybermobbing?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5220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000" y="5346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5346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2000" y="5220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Es ist nicht deine Schuld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6336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6000" y="6462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" y="6462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2000" y="6336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Was kann ich tun?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7452000"/>
            <a:ext cx="9252000" cy="972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6000" y="7578000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000" y="7578000"/>
            <a:ext cx="72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2000" y="7452000"/>
            <a:ext cx="792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285A"/>
                </a:solidFill>
                <a:latin typeface="Arial"/>
              </a:rPr>
              <a:t>Hilfe holen und anderen helfen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8568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000" y="8568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Pause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9684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000" y="9684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Praxis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10800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0000" y="10800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Quiz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11916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0" y="11916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Lernplattform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13032000"/>
            <a:ext cx="9252000" cy="9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D1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000" y="13032000"/>
            <a:ext cx="8640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Arial"/>
              </a:rPr>
              <a:t>Eine Sache für heute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14472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4BEC6"/>
                </a:solidFill>
                <a:latin typeface="Arial"/>
              </a:rPr>
              <a:t>Cybermobbing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00" y="14832000"/>
            <a:ext cx="99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4BEC6"/>
                </a:solidFill>
                <a:latin typeface="Arial"/>
              </a:rPr>
              <a:t>Stand: 20.09.2026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