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Vorderseite der Hilfe-Karte, 4 Karten je Blatt, Kartengröße 140 x 95 mm. Beidseitig drucken (kurze Kante), dann an den grauen Linien schneiden. Nicht laminieren – die Karte wird mit Stift ausgefüllt. Bildvorschlag für später: G02, Person zeigt ihr Handy einer vertrauten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Rückseite der Hilfe-Karte, 4 Karten je Blatt, Kartengröße 140 x 95 mm. Beidseitig drucken (kurze Kante), dann an den grauen Linien schneiden. Nicht laminieren – die Karte wird mit Stift ausgefüllt. Bildvorschlag für später: G02, Person zeigt ihr Handy einer vertrauten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6000" y="36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6000" y="360000"/>
            <a:ext cx="5040000" cy="504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360000"/>
            <a:ext cx="4608000" cy="50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Meine Hilfe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00" y="97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Meine vertraute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1152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34000" y="1353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22000" y="1386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42000" y="1587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22000" y="167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Ansprechperson vor 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000" y="185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34000" y="205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22000" y="208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42000" y="228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22000" y="2376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Beratung am Telefon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2000" y="2757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22000" y="2984399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522000" y="3211199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22000" y="3294000"/>
            <a:ext cx="4608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8586A"/>
                </a:solidFill>
                <a:latin typeface="Arial"/>
              </a:rPr>
              <a:t>geprüft am: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14000" y="3438000"/>
            <a:ext cx="136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2970000" y="3258000"/>
            <a:ext cx="2160000" cy="32400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0000" y="3258000"/>
            <a:ext cx="216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152B"/>
                </a:solidFill>
                <a:latin typeface="Arial"/>
              </a:rPr>
              <a:t>Notruf: 110 und 112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000" y="378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000" y="3780000"/>
            <a:ext cx="5040000" cy="504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000" y="3780000"/>
            <a:ext cx="4608000" cy="50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Meine Hilfe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" y="439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Meine vertraute Person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" y="4572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4000" y="4773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22000" y="4806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42000" y="5007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522000" y="509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Ansprechperson vor 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" y="527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34000" y="547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22000" y="550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42000" y="570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22000" y="5796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Beratung am Telefon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2000" y="6177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522000" y="64044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522000" y="66312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22000" y="6714000"/>
            <a:ext cx="4608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8586A"/>
                </a:solidFill>
                <a:latin typeface="Arial"/>
              </a:rPr>
              <a:t>geprüft am: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14000" y="6858000"/>
            <a:ext cx="136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2970000" y="6678000"/>
            <a:ext cx="2160000" cy="32400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0000" y="6678000"/>
            <a:ext cx="216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152B"/>
                </a:solidFill>
                <a:latin typeface="Arial"/>
              </a:rPr>
              <a:t>Notruf: 110 und 112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6000" y="36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46000" y="360000"/>
            <a:ext cx="5040000" cy="504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62000" y="360000"/>
            <a:ext cx="4608000" cy="50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Meine Hilfe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62000" y="97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Meine vertraute Person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2000" y="1152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74000" y="1353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5562000" y="1386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282000" y="1587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5562000" y="167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Ansprechperson vor 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2000" y="185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174000" y="205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5562000" y="208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282000" y="228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5562000" y="2376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Beratung am Telefon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62000" y="2757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5562000" y="2984399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5562000" y="3211199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5562000" y="3294000"/>
            <a:ext cx="4608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8586A"/>
                </a:solidFill>
                <a:latin typeface="Arial"/>
              </a:rPr>
              <a:t>geprüft am: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354000" y="3438000"/>
            <a:ext cx="136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8010000" y="3258000"/>
            <a:ext cx="2160000" cy="32400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0000" y="3258000"/>
            <a:ext cx="216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152B"/>
                </a:solidFill>
                <a:latin typeface="Arial"/>
              </a:rPr>
              <a:t>Notruf: 110 und 112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6000" y="378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46000" y="3780000"/>
            <a:ext cx="5040000" cy="504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62000" y="3780000"/>
            <a:ext cx="4608000" cy="50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Meine Hilfe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62000" y="439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Meine vertraute Person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000" y="4572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174000" y="4773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5562000" y="4806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282000" y="5007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5562000" y="509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Ansprechperson vor Ort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62000" y="527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174000" y="547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5562000" y="550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282000" y="570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5562000" y="5796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Beratung am Telefon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62000" y="6177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5562000" y="64044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5562000" y="66312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5562000" y="6714000"/>
            <a:ext cx="4608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8586A"/>
                </a:solidFill>
                <a:latin typeface="Arial"/>
              </a:rPr>
              <a:t>geprüft am: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354000" y="6858000"/>
            <a:ext cx="136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84" name="Rectangle 83"/>
          <p:cNvSpPr/>
          <p:nvPr/>
        </p:nvSpPr>
        <p:spPr>
          <a:xfrm>
            <a:off x="8010000" y="6678000"/>
            <a:ext cx="2160000" cy="32400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10000" y="6678000"/>
            <a:ext cx="216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5152B"/>
                </a:solidFill>
                <a:latin typeface="Arial"/>
              </a:rPr>
              <a:t>Notruf: 110 und 112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6000" y="36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6000" y="360000"/>
            <a:ext cx="5040000" cy="39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360000"/>
            <a:ext cx="460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285A"/>
                </a:solidFill>
                <a:latin typeface="Arial"/>
              </a:rPr>
              <a:t>Das mache 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00" y="86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Noch eine vertraute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104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34000" y="124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22000" y="127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42000" y="147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22000" y="1548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hilft mir, ruhig zu werden: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2000" y="1929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22000" y="205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sage ich: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" y="2232000"/>
            <a:ext cx="46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Ich brauche Hilfe.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Schaust du dir das mit mir 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" y="268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 Plan: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000" y="2862000"/>
            <a:ext cx="460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1. Stopp machen.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2. Nicht sofort antworten.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3. Nicht sofort löschen.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4. Einer vertrauten Person zeigen.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000" y="378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000" y="3780000"/>
            <a:ext cx="5040000" cy="39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00" y="3780000"/>
            <a:ext cx="460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285A"/>
                </a:solidFill>
                <a:latin typeface="Arial"/>
              </a:rPr>
              <a:t>Das mache 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000" y="428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Noch eine vertraute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00" y="446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4000" y="466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22000" y="469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42000" y="489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22000" y="4968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hilft mir, ruhig zu werden: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2000" y="5349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22000" y="547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sage ich: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" y="5652000"/>
            <a:ext cx="46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Ich brauche Hilfe.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Schaust du dir das mit mir an?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000" y="610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 Plan: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000" y="6282000"/>
            <a:ext cx="460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1. Stopp machen.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2. Nicht sofort antworten.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3. Nicht sofort löschen.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4. Einer vertrauten Person zeigen.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6000" y="36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46000" y="360000"/>
            <a:ext cx="5040000" cy="39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2000" y="360000"/>
            <a:ext cx="460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285A"/>
                </a:solidFill>
                <a:latin typeface="Arial"/>
              </a:rPr>
              <a:t>Das mache ich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2000" y="86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Noch eine vertraute Person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2000" y="104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74000" y="124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562000" y="127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82000" y="147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562000" y="1548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hilft mir, ruhig zu werden: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62000" y="1929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562000" y="205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sage ich: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62000" y="2232000"/>
            <a:ext cx="46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Ich brauche Hilfe.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Schaust du dir das mit mir an?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2000" y="268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 Plan: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2000" y="2862000"/>
            <a:ext cx="460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1. Stopp machen.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2. Nicht sofort antworten.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3. Nicht sofort löschen.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4. Einer vertrauten Person zeigen.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6000" y="3780000"/>
            <a:ext cx="5040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46000" y="3780000"/>
            <a:ext cx="5040000" cy="39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62000" y="3780000"/>
            <a:ext cx="460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285A"/>
                </a:solidFill>
                <a:latin typeface="Arial"/>
              </a:rPr>
              <a:t>Das mache ich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62000" y="4284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Noch eine vertraute Person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2000" y="4464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Name: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74000" y="4665600"/>
            <a:ext cx="3996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5562000" y="4698000"/>
            <a:ext cx="46080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8586A"/>
                </a:solidFill>
                <a:latin typeface="Arial"/>
              </a:rPr>
              <a:t>Telefon: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282000" y="4899600"/>
            <a:ext cx="388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5562000" y="4968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hilft mir, ruhig zu werden: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562000" y="5349600"/>
            <a:ext cx="4608000" cy="0"/>
          </a:xfrm>
          <a:prstGeom prst="line">
            <a:avLst/>
          </a:prstGeom>
          <a:ln w="9525">
            <a:solidFill>
              <a:srgbClr val="B4BEC6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562000" y="547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Das sage ich: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62000" y="5652000"/>
            <a:ext cx="46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Ich brauche Hilfe.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Schaust du dir das mit mir an?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62000" y="6102000"/>
            <a:ext cx="460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96BE"/>
                </a:solidFill>
                <a:latin typeface="Arial"/>
              </a:rPr>
              <a:t>Mein Plan: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62000" y="6282000"/>
            <a:ext cx="460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1. Stopp machen.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2. Nicht sofort antworten.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3. Nicht sofort löschen.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4. Einer vertrauten Person zeigen.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