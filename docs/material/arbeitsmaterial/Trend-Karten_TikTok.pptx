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Trend-Karten TikTok, Folie 5 „Lustig oder gefährlich?“. Nur der Name des Trends, keine Anleitung. Es wird bewusst keine gefährliche Handlung genannt. Die dritte Karte zeigt den Gruppendruck.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Trend-Karten TikTok, Folie 5 „Lustig oder gefährlich?“. Nur der Name des Trends, keine Anleitung. Es wird bewusst keine gefährliche Handlung genannt. Die dritte Karte zeigt den Gruppendruck.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Trend-Karten TikTok, Folie 5 „Lustig oder gefährlich?“. Nur der Name des Trends, keine Anleitung. Es wird bewusst keine gefährliche Handlung genannt. Die dritte Karte zeigt den Gruppendruck.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Ein Tanz-Trend: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Alle tanzen zu einem neuen Lied.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5706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6210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Ein Essens-Trend: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Alle essen etwas sehr Scharfes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1A1A"/>
                </a:solidFill>
                <a:latin typeface="Arial"/>
              </a:rPr>
              <a:t>vor der Kamera.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Ein Mutproben-Trend: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Alle sollen etwas Gefährliches machen.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Machst du nicht mit?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Dann lachen die anderen über dich.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5706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ist lustig.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60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 bin ich unsicher.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5706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ist gefährlich.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