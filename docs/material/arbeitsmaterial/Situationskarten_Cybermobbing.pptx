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Situationskarten Cybermobbing, Folie 5 „Streit oder Cybermobbing?“. Alle Fälle sind erfunden. Die Namen können in dieser Datei geändert werden, wenn eine teilnehmende Person so heißt. Hinweis: Folie 5 kennt heute nur drei Stapel; „Das ist verletzend.“ fehlt dort noch.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Situationskarten Cybermobbing, Folie 5 „Streit oder Cybermobbing?“. Alle Fälle sind erfunden. Die Namen können in dieser Datei geändert werden, wenn eine teilnehmende Person so heißt. Hinweis: Folie 5 kennt heute nur drei Stapel; „Das ist verletzend.“ fehlt dort noch.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Situationskarten Cybermobbing, Folie 5 „Streit oder Cybermobbing?“. Alle Fälle sind erfunden. Die Namen können in dieser Datei geändert werden, wenn eine teilnehmende Person so heißt. Hinweis: Folie 5 kennt heute nur drei Stapel; „Das ist verletzend.“ fehlt dort noch.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Situationskarten Cybermobbing, Folie 5 „Streit oder Cybermobbing?“. Alle Fälle sind erfunden. Die Namen können in dieser Datei geändert werden, wenn eine teilnehmende Person so heißt. Hinweis: Folie 5 kennt heute nur drei Stapel; „Das ist verletzend.“ fehlt dort noch.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46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21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5976000" cy="38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Mia und Can schreiben im Chat.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Sie streiten über einen Termin.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Beide sind wütend.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Am nächsten Tag reden sie.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Dann vertragen sie sich.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5706000"/>
            <a:ext cx="6840000" cy="46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000" y="5706000"/>
            <a:ext cx="6840000" cy="21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6210000"/>
            <a:ext cx="5976000" cy="38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Jemand schreibt etwas Gemeines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unter ein Foto von Jonas.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Jonas ist traurig.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Danach passiert nichts mehr.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46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" y="360000"/>
            <a:ext cx="6840000" cy="216000"/>
          </a:xfrm>
          <a:prstGeom prst="rect">
            <a:avLst/>
          </a:prstGeom>
          <a:solidFill>
            <a:srgbClr val="D8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5976000" cy="38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Sara bekommt seit Wochen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jeden Tag gemeine Nachrichten.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Mehrere Personen machen mit.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In einer Gruppe teilen sie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Arial"/>
              </a:rPr>
              <a:t>ein peinliches Foto von Sara.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5706000"/>
            <a:ext cx="6840000" cy="4608000"/>
          </a:xfrm>
          <a:prstGeom prst="rect">
            <a:avLst/>
          </a:prstGeom>
          <a:solidFill>
            <a:srgbClr val="00285A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5706000"/>
            <a:ext cx="5976000" cy="46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Das ist ein Streit.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4608000"/>
          </a:xfrm>
          <a:prstGeom prst="rect">
            <a:avLst/>
          </a:prstGeom>
          <a:solidFill>
            <a:srgbClr val="00285A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360000"/>
            <a:ext cx="5976000" cy="46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Das ist verletzend.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5706000"/>
            <a:ext cx="6840000" cy="4608000"/>
          </a:xfrm>
          <a:prstGeom prst="rect">
            <a:avLst/>
          </a:prstGeom>
          <a:solidFill>
            <a:srgbClr val="00285A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5706000"/>
            <a:ext cx="5976000" cy="46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Das ist Cybermobbing.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4608000"/>
          </a:xfrm>
          <a:prstGeom prst="rect">
            <a:avLst/>
          </a:prstGeom>
          <a:solidFill>
            <a:srgbClr val="00285A"/>
          </a:solidFill>
          <a:ln w="9525">
            <a:solidFill>
              <a:srgbClr val="B4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360000"/>
            <a:ext cx="5976000" cy="46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Da bin ich unsicher.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