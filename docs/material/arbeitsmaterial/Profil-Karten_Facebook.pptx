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Profil-Karten Facebook, Folie 5 „Wer darf das sehen?“. 6 Karten mit erfundenen Angaben und 3 Stapel-Karten. Alle Angaben sind erfunden. Auf den Karten steht keine Lösung – die Auflösung macht die 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Profil-Karten Facebook, Folie 5 „Wer darf das sehen?“. 6 Karten mit erfundenen Angaben und 3 Stapel-Karten. Alle Angaben sind erfunden. Auf den Karten steht keine Lösung – die Auflösung macht die 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Profil-Karten Facebook, Folie 5 „Wer darf das sehen?“. 6 Karten mit erfundenen Angaben und 3 Stapel-Karten. Alle Angaben sind erfunden. Auf den Karten steht keine Lösung – die Auflösung macht die 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Profil-Karten Facebook, Folie 5 „Wer darf das sehen?“. 6 Karten mit erfundenen Angaben und 3 Stapel-Karten. Alle Angaben sind erfunden. Auf den Karten steht keine Lösung – die Auflösung macht die 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Profil-Karten Facebook, Folie 5 „Wer darf das sehen?“. 6 Karten mit erfundenen Angaben und 3 Stapel-Karten. Alle Angaben sind erfunden. Auf den Karten steht keine Lösung – die Auflösung macht die 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Meine Lieblings-Musik: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Schlager und Rock.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5706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6210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Ein Foto vom Ausflug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an den See.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Mein Geburtstag: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14. März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5706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6210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Ich wohne im Lindenweg 12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in Musterstadt.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Meine Handy-Nummer: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0170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5706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6210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Ich arbeite in der Gärtnerei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am Stadtpark.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60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dürfen alle sehen.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5706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sehen nur Freunde.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60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steht besser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nicht im Profil.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