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692000" cy="1512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Regel-Plakat, gilt für alle fünf Module. A3 hoch, kann auf A2 vergrößert werden. Hinweis: Folie 3 der Module nennt heute noch andere Regeln (zum Beispiel „Jede Frage ist gut.“). Die Angleichung ist offen.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692000" cy="1656000"/>
          </a:xfrm>
          <a:prstGeom prst="rect">
            <a:avLst/>
          </a:prstGeom>
          <a:solidFill>
            <a:srgbClr val="00285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20000" y="0"/>
            <a:ext cx="9252000" cy="1656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>
                <a:solidFill>
                  <a:srgbClr val="FFFFFF"/>
                </a:solidFill>
                <a:latin typeface="Arial"/>
              </a:rPr>
              <a:t>Unsere Regeln</a:t>
            </a:r>
          </a:p>
        </p:txBody>
      </p:sp>
      <p:sp>
        <p:nvSpPr>
          <p:cNvPr id="4" name="Rectangle 3"/>
          <p:cNvSpPr/>
          <p:nvPr/>
        </p:nvSpPr>
        <p:spPr>
          <a:xfrm>
            <a:off x="720000" y="2664000"/>
            <a:ext cx="9252000" cy="2448000"/>
          </a:xfrm>
          <a:prstGeom prst="rect">
            <a:avLst/>
          </a:prstGeom>
          <a:solidFill>
            <a:srgbClr val="D8EAF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20000" y="2664000"/>
            <a:ext cx="288000" cy="2448000"/>
          </a:xfrm>
          <a:prstGeom prst="rect">
            <a:avLst/>
          </a:prstGeom>
          <a:solidFill>
            <a:srgbClr val="3E96B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440000" y="2664000"/>
            <a:ext cx="8100000" cy="2448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00285A"/>
                </a:solidFill>
                <a:latin typeface="Arial"/>
              </a:rPr>
              <a:t>Du musst nicht mitmachen.</a:t>
            </a:r>
          </a:p>
        </p:txBody>
      </p:sp>
      <p:sp>
        <p:nvSpPr>
          <p:cNvPr id="7" name="Rectangle 6"/>
          <p:cNvSpPr/>
          <p:nvPr/>
        </p:nvSpPr>
        <p:spPr>
          <a:xfrm>
            <a:off x="720000" y="5616000"/>
            <a:ext cx="9252000" cy="2448000"/>
          </a:xfrm>
          <a:prstGeom prst="rect">
            <a:avLst/>
          </a:prstGeom>
          <a:solidFill>
            <a:srgbClr val="D8EAF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20000" y="5616000"/>
            <a:ext cx="288000" cy="2448000"/>
          </a:xfrm>
          <a:prstGeom prst="rect">
            <a:avLst/>
          </a:prstGeom>
          <a:solidFill>
            <a:srgbClr val="3E96B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40000" y="5616000"/>
            <a:ext cx="8100000" cy="2448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00285A"/>
                </a:solidFill>
                <a:latin typeface="Arial"/>
              </a:rPr>
              <a:t>Fehler sind erlaubt.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20000" y="8568000"/>
            <a:ext cx="9252000" cy="2448000"/>
          </a:xfrm>
          <a:prstGeom prst="rect">
            <a:avLst/>
          </a:prstGeom>
          <a:solidFill>
            <a:srgbClr val="D8EAF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20000" y="8568000"/>
            <a:ext cx="288000" cy="2448000"/>
          </a:xfrm>
          <a:prstGeom prst="rect">
            <a:avLst/>
          </a:prstGeom>
          <a:solidFill>
            <a:srgbClr val="3E96B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40000" y="8568000"/>
            <a:ext cx="8100000" cy="2448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00285A"/>
                </a:solidFill>
                <a:latin typeface="Arial"/>
              </a:rPr>
              <a:t>Du musst nichts Persönliches erzählen.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20000" y="11520000"/>
            <a:ext cx="9252000" cy="2448000"/>
          </a:xfrm>
          <a:prstGeom prst="rect">
            <a:avLst/>
          </a:prstGeom>
          <a:solidFill>
            <a:srgbClr val="D8EAF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20000" y="11520000"/>
            <a:ext cx="288000" cy="2448000"/>
          </a:xfrm>
          <a:prstGeom prst="rect">
            <a:avLst/>
          </a:prstGeom>
          <a:solidFill>
            <a:srgbClr val="3E96B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40000" y="11520000"/>
            <a:ext cx="8100000" cy="2448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00285A"/>
                </a:solidFill>
                <a:latin typeface="Arial"/>
              </a:rPr>
              <a:t>Hilfe holen ist erlaubt.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0000" y="14832000"/>
            <a:ext cx="9972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B4BEC6"/>
                </a:solidFill>
                <a:latin typeface="Arial"/>
              </a:rPr>
              <a:t>Stand: 20.09.2026 · gilt für alle 5 Module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