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Antwortkarte A. Blatt in der Mitte falten, dann laminieren (A5). Ein Satz aus A, B und C je Person. Kein Bild vorgesehen.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Antwortkarte B. Blatt in der Mitte falten, dann laminieren (A5). Ein Satz aus A, B und C je Person. Kein Bild vorgesehen.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Antwortkarte C. Blatt in der Mitte falten, dann laminieren (A5). Ein Satz aus A, B und C je Person. Kein Bild vorgesehen.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16000"/>
            <a:ext cx="6984000" cy="4896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0800000">
            <a:off x="288000" y="216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000" y="5346000"/>
            <a:ext cx="7128000" cy="0"/>
          </a:xfrm>
          <a:prstGeom prst="line">
            <a:avLst/>
          </a:prstGeom>
          <a:ln w="9525">
            <a:solidFill>
              <a:srgbClr val="B4BEC6"/>
            </a:solidFill>
            <a:prstDash val="dash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216000" y="5400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hier falten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16000"/>
            <a:ext cx="6984000" cy="4896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28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0800000">
            <a:off x="288000" y="216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00285A"/>
                </a:solidFill>
                <a:latin typeface="Arial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28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00285A"/>
                </a:solidFill>
                <a:latin typeface="Arial"/>
              </a:rPr>
              <a:t>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000" y="5346000"/>
            <a:ext cx="7128000" cy="0"/>
          </a:xfrm>
          <a:prstGeom prst="line">
            <a:avLst/>
          </a:prstGeom>
          <a:ln w="9525">
            <a:solidFill>
              <a:srgbClr val="B4BEC6"/>
            </a:solidFill>
            <a:prstDash val="dash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216000" y="5400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hier falten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16000"/>
            <a:ext cx="6984000" cy="48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0800000">
            <a:off x="288000" y="216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00285A"/>
                </a:solidFill>
                <a:latin typeface="Arial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5562000"/>
            <a:ext cx="6984000" cy="48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0" b="1">
                <a:solidFill>
                  <a:srgbClr val="00285A"/>
                </a:solidFill>
                <a:latin typeface="Arial"/>
              </a:rPr>
              <a:t>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000" y="5346000"/>
            <a:ext cx="7128000" cy="0"/>
          </a:xfrm>
          <a:prstGeom prst="line">
            <a:avLst/>
          </a:prstGeom>
          <a:ln w="9525">
            <a:solidFill>
              <a:srgbClr val="B4BEC6"/>
            </a:solidFill>
            <a:prstDash val="dash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216000" y="5400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hier falten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