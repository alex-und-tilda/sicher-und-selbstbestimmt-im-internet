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Ankommen, Vertrauen aufbauen, Thema des Tages 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Begrüßung, kurze Namens- und Erwartungsrunde.</a:t>
            </a:r>
          </a:p>
          <a:p>
            <a:r>
              <a:rPr b="1" sz="1100"/>
              <a:t>Sozialform: </a:t>
            </a:r>
            <a:r>
              <a:rPr sz="1100"/>
              <a:t>Plenum / Sitzkreis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Namensschilder</a:t>
            </a:r>
          </a:p>
          <a:p>
            <a:r>
              <a:rPr b="1" sz="1100"/>
              <a:t>Hinweis: </a:t>
            </a:r>
            <a:r>
              <a:rPr sz="1100"/>
              <a:t>Ruhig starten. Thema nennen: sicher und selbstbestimmt mit Facebook umgehen. Leichte Sprache – vor Logo-Nutzung Prüfgruppe.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Überblick über den Ablauf des Tages gewinnen.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Ablauf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2 Min</a:t>
            </a:r>
          </a:p>
          <a:p>
            <a:r>
              <a:rPr b="1" sz="1100"/>
              <a:t>Material: </a:t>
            </a:r>
            <a:r>
              <a:rPr sz="1100"/>
              <a:t>Beamer, Ablauf als Ausdruck/Flipchart</a:t>
            </a:r>
          </a:p>
          <a:p>
            <a:r>
              <a:rPr b="1" sz="1100"/>
              <a:t>Hinweis: </a:t>
            </a:r>
            <a:r>
              <a:rPr sz="1100"/>
              <a:t>Auf die Pause hinweisen (Punkt 5). Ablauf sichtbar lassen.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Sichere Lernatmosphäre; Selbstbestimmung als Haltung erleben.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gemeinsame Vereinbarung.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ggf. Plakat mit Regeln</a:t>
            </a:r>
          </a:p>
          <a:p>
            <a:r>
              <a:rPr b="1" sz="1100"/>
              <a:t>Hinweis: </a:t>
            </a:r>
            <a:r>
              <a:rPr sz="1100"/>
              <a:t>Kernbotschaft: 'Fehler sind erlaubt.' Niemand muss etwas zeigen oder posten, das er nicht möchte.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Wissen, was Facebook ist (Profil, Freunde, Beiträge).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Vorwissen aktivieren,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Beispiel-Gerät</a:t>
            </a:r>
          </a:p>
          <a:p>
            <a:r>
              <a:rPr b="1" sz="1100"/>
              <a:t>Hinweis: </a:t>
            </a:r>
            <a:r>
              <a:rPr sz="1100"/>
              <a:t>Fragen: 'Wer hat Facebook? Wer nutzt es?' Begriffe einführen: Profil, Beitrag, Freunde.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Grundfunktionen von Facebook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Beitrag = Text oder Foto, das ich teile. 'Mit Freunden schreiben' = Messenger. Gruppen kurz erklären.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'Wer sieht meine Beiträge'.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Wichtigstes Schutz-Thema: Wer darf meine Beiträge sehen?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Unterschied 'Freunde' vs. 'Öffentlich' verstehen.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Vergleich,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Botschaft: 'Freunde' ist sicherer. Bei 'Öffentlich' sieht jeder alles – auch Fremde.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Die Privatsphäre selbstständig auf 'Freunde' 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 am Gerät + angeleitete Übung.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eigenes Gerät, Screenshots</a:t>
            </a:r>
          </a:p>
          <a:p>
            <a:r>
              <a:rPr b="1" sz="1100"/>
              <a:t>Hinweis: </a:t>
            </a:r>
            <a:r>
              <a:rPr sz="1100"/>
              <a:t>Schritte langsam gemeinsam durchgehen. Mit jeder Person am eigenen Gerät einstellen.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'Was ich poste'.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Wenn du etwas postest – worauf solltest du achten?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dass Beiträge lange bleiben und geteilt werden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Beispiel.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Einmal gepostet, kann man einen Beitrag nicht mehr sicher zurückholen. Ruhig, ohne Angst.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Erkennen, welche privaten Daten nicht in einen Beitrag gehören.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Zuordnung.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Beamer, ggf. Karten</a:t>
            </a:r>
          </a:p>
          <a:p>
            <a:r>
              <a:rPr b="1" sz="1100"/>
              <a:t>Hinweis: </a:t>
            </a:r>
            <a:r>
              <a:rPr sz="1100"/>
              <a:t>Auch im Hintergrund von Fotos achten. Fremde sollen nicht wissen, wo du bist oder wohnst.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Merksatz 'Ist das okay für mich?' anwenden.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gemeinsames Wiederholen.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Merksatz wiederholen lassen. Andere Menschen auf Fotos erst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'Freunde und Fremde'.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Wer darf mein Freund sein? Und was sind Fake-Profile?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Freundschaftsanfragen sicher einschätzen.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 mit Beispielen.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'Nein sagen ist erlaubt.' Nur Menschen annehmen, die man wirklich kennt.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Fake-Profile erkennen und Anfragen von Fremden ablehnen.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achtsam.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Fake-Profil = ein erfundenes Profil. Ein Fremder kann sich als netter Freund ausgeben. Im Zweifel: ablehnen, Vertrauensperson fragen.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Erholung; Aufnahmefähigkeit erhalten.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Pause.</a:t>
            </a:r>
          </a:p>
          <a:p>
            <a:r>
              <a:rPr b="1" sz="1100"/>
              <a:t>Sozialform: </a:t>
            </a:r>
            <a:r>
              <a:rPr sz="1100"/>
              <a:t>—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Getränke</a:t>
            </a:r>
          </a:p>
          <a:p>
            <a:r>
              <a:rPr b="1" sz="1100"/>
              <a:t>Hinweis: </a:t>
            </a:r>
            <a:r>
              <a:rPr sz="1100"/>
              <a:t>Pause klar ansagen. Uhrzeit nennen, wann es weitergeht.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'Betrug und falsche Nachrichten'.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Auf Facebook gibt es Betrug und falsche Nachrichten. Das schauen wir uns 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Betrugs-Maschen erkennen (Geld, Passwort/Code, Links).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Nie Geld geben, nie Passwort oder Code weitergeben, keine komischen Links anklicken. Auch wenn ein 'Freund' plötzlich Geld braucht: erst prüfen.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dass nicht alles wahr ist (Fake-News).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Fake-News = falsche Nachrichten. Nicht alles glauben. Im Zweifel mit einer Vertrauensperson sprechen.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Im Zweifel innehalten und nachfragen.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Merksatz: 'Unsicher? Nichts anklicken. Vertrauensperson fragen.'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'Probleme lösen'.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Manchmal läuft etwas schief. Dann gibt es klare Schritte – und du bist nicht allein.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Mobbing erkennen und wissen: 'Das muss ich nicht aushalten.'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achtsam.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Mobbing = gemeine Kommentare/Nachrichten. Wichtig: Das ist nicht deine Schuld.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Drei Handlungsschritte kennen: Blockieren, Melden, Hilfe holen.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Demonstration, ggf. Übung am Gerät.</a:t>
            </a:r>
          </a:p>
          <a:p>
            <a:r>
              <a:rPr b="1" sz="1100"/>
              <a:t>Sozialform: </a:t>
            </a:r>
            <a:r>
              <a:rPr sz="1100"/>
              <a:t>Plenum / Einzeln mit Begleitung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Gerät</a:t>
            </a:r>
          </a:p>
          <a:p>
            <a:r>
              <a:rPr b="1" sz="1100"/>
              <a:t>Hinweis: </a:t>
            </a:r>
            <a:r>
              <a:rPr sz="1100"/>
              <a:t>Wenn möglich zeigen, wo man bei Profil/Beitrag 'Blockieren' und 'Melden' findet.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Eigene Vertrauenspersonen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Sammeln im Plenum.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Karte mit Ansprechpersonen</a:t>
            </a:r>
          </a:p>
          <a:p>
            <a:r>
              <a:rPr b="1" sz="1100"/>
              <a:t>Hinweis: </a:t>
            </a:r>
            <a:r>
              <a:rPr sz="1100"/>
              <a:t>Hilfe holen ist stark, nicht peinlich. Konkrete Ansprechpersonen vor Ort nennen (Name, Telefon).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in den Praxis-Teil: vom Wissen zum eigenen Tun.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Hinführung.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Ankündigen: Jetzt stellen wir Facebook zusammen am eigenen Handy ein. Wer kein Handy hat, schaut bei der Begleitung mit. 'Fehler sind erlaubt.'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Die Praxis-Seite am eigenen Handy öffnen.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Anleitung, QR-Code scannen.</a:t>
            </a:r>
          </a:p>
          <a:p>
            <a:r>
              <a:rPr b="1" sz="1100"/>
              <a:t>Sozialform: </a:t>
            </a:r>
            <a:r>
              <a:rPr sz="1100"/>
              <a:t>Einzeln mit Begleitung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eigenes Handy, QR-Code, WLAN</a:t>
            </a:r>
          </a:p>
          <a:p>
            <a:r>
              <a:rPr b="1" sz="1100"/>
              <a:t>Hinweis: </a:t>
            </a:r>
            <a:r>
              <a:rPr sz="1100"/>
              <a:t>QR-Code mit der Kamera scannen. Begleitung hilft beim Öffnen. Kurz-Link als Alternative an die Wand. Vorlese-Funktion der Seite kurz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Facebook gemeinsam Schritt für Schritt sicher einstellen.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Angeleitete Übung am Gerät, Tandem-/Peer-Begleitung.</a:t>
            </a:r>
          </a:p>
          <a:p>
            <a:r>
              <a:rPr b="1" sz="1100"/>
              <a:t>Sozialform: </a:t>
            </a:r>
            <a:r>
              <a:rPr sz="1100"/>
              <a:t>Einzeln mit Begleitung / Tandem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eigenes Handy, Praxis-Seite (QR)</a:t>
            </a:r>
          </a:p>
          <a:p>
            <a:r>
              <a:rPr b="1" sz="1100"/>
              <a:t>Hinweis: </a:t>
            </a:r>
            <a:r>
              <a:rPr sz="1100"/>
              <a:t>Gemeinsam durchgehen: Beiträge auf 'Freunde', Freundschaftsanfragen einschränken, nicht über Suchmaschinen findbar, Privatsphäre-Check, blockieren/melden. Pro Schritt warten, bis alle es geschafft haben. Erfolge abhaken. Tempo der Gruppe, niemanden bloßstellen.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Inhalte sichern und Verständnis prüfen.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Quiz, Abstimmung (Daumen/Karten).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Daumen oder Ja/Nein-Karten</a:t>
            </a:r>
          </a:p>
          <a:p>
            <a:r>
              <a:rPr b="1" sz="1100"/>
              <a:t>Hinweis: </a:t>
            </a:r>
            <a:r>
              <a:rPr sz="1100"/>
              <a:t>Jede Aussage vorlesen, abstimmen lassen, erst danach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 festigen, Fehlannahmen klären.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Auflösung mit kurzer Begründung.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Besonders Aussage 2: Nicht jedes Profil ist echt (Fake-Profile).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Fünf Merksätze als Mitnahme verankern.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Wiederholung, reihum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Merkblatt (Leichte Sprache)</a:t>
            </a:r>
          </a:p>
          <a:p>
            <a:r>
              <a:rPr b="1" sz="1100"/>
              <a:t>Hinweis: </a:t>
            </a:r>
            <a:r>
              <a:rPr sz="1100"/>
              <a:t>Teilnehmende vorlesen lassen. Merkblatt mitgeben.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Positiver Abschluss, Transfer in den Alltag.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Fragerunde, Ausblick.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—</a:t>
            </a:r>
          </a:p>
          <a:p>
            <a:r>
              <a:rPr b="1" sz="1100"/>
              <a:t>Hinweis: </a:t>
            </a:r>
            <a:r>
              <a:rPr sz="1100"/>
              <a:t>Auf Lernplattform 'Alex und Tilda' hinweisen. 'Fehler sind erlaubt' noch einmal betonen.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737360" cy="1737360"/>
          </a:xfrm>
          <a:prstGeom prst="ellipse">
            <a:avLst/>
          </a:prstGeom>
          <a:solidFill>
            <a:srgbClr val="FFFFFF"/>
          </a:solidFill>
          <a:ln w="45847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058" y="963778"/>
            <a:ext cx="1181405" cy="1181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423160"/>
            <a:ext cx="10972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sicher und selbstbestimmt nutzen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4572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Workshop für das Internet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und Tilda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 und selbstbestimmt im Internet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machen wir heute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876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Facebook?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4008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sieht meine Beiträge?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4008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0876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 poste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4008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0876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Freunde und Fremde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17804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630936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7804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Betrug und falsche Nachrichten</a:t>
            </a:r>
            <a:endParaRPr lang="en-US" sz="2100" dirty="0"/>
          </a:p>
        </p:txBody>
      </p:sp>
      <p:sp>
        <p:nvSpPr>
          <p:cNvPr id="23" name="Shape 20"/>
          <p:cNvSpPr/>
          <p:nvPr/>
        </p:nvSpPr>
        <p:spPr>
          <a:xfrm>
            <a:off x="630936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Probleme: Was kann ich tun?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630936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7804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und Abschluss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Regeln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058" y="21524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20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Frage ist gut.</a:t>
            </a:r>
            <a:endParaRPr lang="en-US" sz="2300" dirty="0"/>
          </a:p>
        </p:txBody>
      </p:sp>
      <p:sp>
        <p:nvSpPr>
          <p:cNvPr id="9" name="Shape 5"/>
          <p:cNvSpPr/>
          <p:nvPr/>
        </p:nvSpPr>
        <p:spPr>
          <a:xfrm>
            <a:off x="640080" y="294436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3081528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058" y="3176626"/>
            <a:ext cx="404165" cy="4041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2944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sind erlaubt.</a:t>
            </a:r>
            <a:endParaRPr lang="en-US" sz="2300" dirty="0"/>
          </a:p>
        </p:txBody>
      </p:sp>
      <p:sp>
        <p:nvSpPr>
          <p:cNvPr id="13" name="Shape 8"/>
          <p:cNvSpPr/>
          <p:nvPr/>
        </p:nvSpPr>
        <p:spPr>
          <a:xfrm>
            <a:off x="640080" y="396849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22960" y="410565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058" y="4200754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91640" y="3968496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hören einander zu.</a:t>
            </a:r>
            <a:endParaRPr lang="en-US" sz="2300" dirty="0"/>
          </a:p>
        </p:txBody>
      </p:sp>
      <p:sp>
        <p:nvSpPr>
          <p:cNvPr id="17" name="Shape 11"/>
          <p:cNvSpPr/>
          <p:nvPr/>
        </p:nvSpPr>
        <p:spPr>
          <a:xfrm>
            <a:off x="640080" y="49926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2960" y="512978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8058" y="5224882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99262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nur mit, wenn du magst.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Facebook?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680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ist eine Internet-Seite und eine App.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hast eine eigene Seite. Sie heißt Profil.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hast Freunde.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teilst Texte und Fotos. Das heißt Beitrag.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052560" y="2468880"/>
            <a:ext cx="2194560" cy="2194560"/>
          </a:xfrm>
          <a:prstGeom prst="ellipse">
            <a:avLst/>
          </a:prstGeom>
          <a:solidFill>
            <a:srgbClr val="FFFFFF"/>
          </a:solidFill>
          <a:ln w="5791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03690" y="2820010"/>
            <a:ext cx="1492301" cy="1492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mit Facebook machen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6424" y="2386584"/>
            <a:ext cx="621792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Beiträge schreiben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630936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62940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75704" y="2386584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Fotos teilen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4008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6012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6424" y="4489704"/>
            <a:ext cx="621792" cy="6217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5740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Freunden schreiben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630936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2940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75704" y="4489704"/>
            <a:ext cx="621792" cy="6217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2668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Freunde und Gruppen finden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sieht meine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Beiträge?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darf meine Beiträge sehen?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E7F3EC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0604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0866" y="2490826"/>
            <a:ext cx="870509" cy="8705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Freunde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100584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deine Freunde sehen deinen Beitrag.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212080" cy="3200400"/>
          </a:xfrm>
          <a:prstGeom prst="roundRect">
            <a:avLst>
              <a:gd name="adj" fmla="val 4000"/>
            </a:avLst>
          </a:prstGeom>
          <a:solidFill>
            <a:srgbClr val="FBE9EC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7532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0146" y="2490826"/>
            <a:ext cx="870509" cy="8705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7033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6675120" y="42976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 Menschen sehen deinen Beitrag.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deine Beiträge auf 'Freunde'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'Freunde' ist sicherer.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stellst du es ein: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8976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8" name="Text 5"/>
          <p:cNvSpPr/>
          <p:nvPr/>
        </p:nvSpPr>
        <p:spPr>
          <a:xfrm>
            <a:off x="188976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86868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Einstellungen.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41960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566928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64820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Gehe zu Privatsphäre.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199120" y="3200400"/>
            <a:ext cx="3322320" cy="2377440"/>
          </a:xfrm>
          <a:prstGeom prst="roundRect">
            <a:avLst>
              <a:gd name="adj" fmla="val 4615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448800" y="3474720"/>
            <a:ext cx="822960" cy="82296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6" name="Text 13"/>
          <p:cNvSpPr/>
          <p:nvPr/>
        </p:nvSpPr>
        <p:spPr>
          <a:xfrm>
            <a:off x="944880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8427720" y="4480560"/>
            <a:ext cx="286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Stelle Beiträge auf 'Freunde'.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ich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 nach, bevor du etwas postest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Beitrag kann lange im Internet bleiben.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können deinen Beitrag speichern.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können ihn weiter-teilen.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ihn dann nicht mehr zurückholen.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371600" cy="1371600"/>
          </a:xfrm>
          <a:prstGeom prst="ellipse">
            <a:avLst/>
          </a:prstGeom>
          <a:solidFill>
            <a:srgbClr val="FFFFFF"/>
          </a:solidFill>
          <a:ln w="36195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9536" y="768096"/>
            <a:ext cx="932688" cy="9326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423160" y="54864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gehört nicht in einen Beitrag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44144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85723" y="2558491"/>
            <a:ext cx="497434" cy="4974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Adresse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309360" y="219456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244144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55003" y="2558491"/>
            <a:ext cx="497434" cy="49743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98080" y="219456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 du gerade bist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37033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395020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5723" y="4067251"/>
            <a:ext cx="497434" cy="4974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828800" y="3703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Telefon-Nummer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6309360" y="3703320"/>
            <a:ext cx="52120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537960" y="3950208"/>
            <a:ext cx="731520" cy="731520"/>
          </a:xfrm>
          <a:prstGeom prst="ellipse">
            <a:avLst/>
          </a:prstGeom>
          <a:solidFill>
            <a:srgbClr val="FFFFFF"/>
          </a:solidFill>
          <a:ln w="19304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5003" y="4067251"/>
            <a:ext cx="497434" cy="4974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0" y="370332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 Passwort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Schau deinen Beitrag vorher an.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 dich: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das okay für mich?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Freunde und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Fremde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Freundschaftsanfragen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Menschen schicken dir eine Freundschaftsanfrage.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Menschen an, die du wirklich kennst.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Kennst du die Person nicht? Dann sag Nein.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keine Anfrage annehmen.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 bei Fake-Profilen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Profile sind nicht echt.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nennt man Fake-Profil.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Fremder kann sich als netter Freund ausgeben.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echte Freunde an.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2011680" cy="2011680"/>
          </a:xfrm>
          <a:prstGeom prst="ellipse">
            <a:avLst/>
          </a:prstGeom>
          <a:solidFill>
            <a:srgbClr val="FFFFFF"/>
          </a:solidFill>
          <a:ln w="5308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6789" y="1693469"/>
            <a:ext cx="1367942" cy="1367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57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Minuten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Betrug und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falsche Nachrichten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Vorsicht bei Betrug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5260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8165" y="2415845"/>
            <a:ext cx="746150" cy="746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Geld geben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868680" y="402336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soll Geld von dir bekommen.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41960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07685" y="2415845"/>
            <a:ext cx="746150" cy="746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0248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Passwort schützen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4648200" y="402336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dein Passwort oder einen Code nicht weiter.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819912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1164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7205" y="2415845"/>
            <a:ext cx="746150" cy="746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200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Links anklicken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8427720" y="402336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Klick keine komischen Links an.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alles ist wahr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alles auf Facebook ist wahr.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Nachrichten sind falsch.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nennt man Fake-News.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Glaub nicht alles. Frag lieber nach.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Bist du unsicher?</a:t>
            </a:r>
            <a:endParaRPr lang="en-US" sz="2900" dirty="0"/>
          </a:p>
          <a:p>
            <a:pPr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Klicke nichts an.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 eine Person, der du vertraust.</a:t>
            </a:r>
            <a:endParaRPr lang="en-US" sz="2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Probleme.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ich tun?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Wenn jemand gemein zu dir ist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 Menschen schreiben gemeine Kommentare.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nennt man Mobbing.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das nicht aushalten.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etwas tun.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kannst du tun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75260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28165" y="2415845"/>
            <a:ext cx="746150" cy="7461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Person kann dich nicht mehr erreichen.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441960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53212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07685" y="2415845"/>
            <a:ext cx="746150" cy="7461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0248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64820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sagst Facebook Bescheid.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8199120" y="1920240"/>
            <a:ext cx="33223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9311640" y="2240280"/>
            <a:ext cx="1097280" cy="1097280"/>
          </a:xfrm>
          <a:prstGeom prst="ellipse">
            <a:avLst/>
          </a:prstGeom>
          <a:solidFill>
            <a:srgbClr val="FFFFFF"/>
          </a:solidFill>
          <a:ln w="28956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87205" y="2415845"/>
            <a:ext cx="746150" cy="7461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2000" y="347472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 holen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8427720" y="4069080"/>
            <a:ext cx="286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bist nicht allein.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2700" dirty="0"/>
          </a:p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Beispiel: Familie, Freund,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Betreuerin oder Betreuer.</a:t>
            </a:r>
            <a:endParaRPr lang="en-US" sz="2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14300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43560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337560"/>
            <a:ext cx="12161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0" y="443484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stellen wir Facebook zusammen ein</a:t>
            </a:r>
            <a:endParaRPr lang="en-US" sz="2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 den Code und mach mit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84048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/home/claude/snap_ws/qr_face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40280"/>
            <a:ext cx="3200400" cy="3200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806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88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alex-und-tilda.github.io/sicher-und-selbstbestimmt-im-internet/praxis/facebook.html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029200" y="201168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5"/>
          <p:cNvSpPr/>
          <p:nvPr/>
        </p:nvSpPr>
        <p:spPr>
          <a:xfrm>
            <a:off x="50292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897880" y="2011680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Öffne die Kamera am Handy.</a:t>
            </a:r>
            <a:endParaRPr lang="en-US" sz="2100" dirty="0"/>
          </a:p>
        </p:txBody>
      </p:sp>
      <p:sp>
        <p:nvSpPr>
          <p:cNvPr id="11" name="Shape 7"/>
          <p:cNvSpPr/>
          <p:nvPr/>
        </p:nvSpPr>
        <p:spPr>
          <a:xfrm>
            <a:off x="5029200" y="2852928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8"/>
          <p:cNvSpPr/>
          <p:nvPr/>
        </p:nvSpPr>
        <p:spPr>
          <a:xfrm>
            <a:off x="502920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897880" y="2852928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Halte sie auf den Code.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029200" y="369417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0" y="3694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5897880" y="3694176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Tippe auf den Link.</a:t>
            </a:r>
            <a:endParaRPr lang="en-US" sz="2100" dirty="0"/>
          </a:p>
        </p:txBody>
      </p:sp>
      <p:sp>
        <p:nvSpPr>
          <p:cNvPr id="17" name="Shape 13"/>
          <p:cNvSpPr/>
          <p:nvPr/>
        </p:nvSpPr>
        <p:spPr>
          <a:xfrm>
            <a:off x="5029200" y="4535424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4"/>
          <p:cNvSpPr/>
          <p:nvPr/>
        </p:nvSpPr>
        <p:spPr>
          <a:xfrm>
            <a:off x="5029200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5897880" y="4535424"/>
            <a:ext cx="5623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gehen es zusammen durch.</a:t>
            </a:r>
            <a:endParaRPr lang="en-US" sz="2100" dirty="0"/>
          </a:p>
        </p:txBody>
      </p:sp>
      <p:sp>
        <p:nvSpPr>
          <p:cNvPr id="20" name="Shape 16"/>
          <p:cNvSpPr/>
          <p:nvPr/>
        </p:nvSpPr>
        <p:spPr>
          <a:xfrm>
            <a:off x="5029200" y="5532120"/>
            <a:ext cx="649224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/>
        </p:spPr>
      </p:sp>
      <p:sp>
        <p:nvSpPr>
          <p:cNvPr id="21" name="Text 17"/>
          <p:cNvSpPr/>
          <p:nvPr/>
        </p:nvSpPr>
        <p:spPr>
          <a:xfrm>
            <a:off x="5257800" y="553212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Handy dabei? Schau bei der Begleitung mit.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stellen wir zusammen ein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2002536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5022" y="2090318"/>
            <a:ext cx="373075" cy="3730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1920240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Beiträge auf 'Freunde' stellen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10927080" y="207568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40080" y="2761488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77240" y="2843784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65022" y="2931566"/>
            <a:ext cx="373075" cy="3730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61488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Freundschaftsanfragen einschränken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10927080" y="2916936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602736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77240" y="3685032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5022" y="3772814"/>
            <a:ext cx="373075" cy="3730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3602736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über Suchmaschinen findbar</a:t>
            </a:r>
            <a:endParaRPr lang="en-US" sz="2200" dirty="0"/>
          </a:p>
        </p:txBody>
      </p:sp>
      <p:sp>
        <p:nvSpPr>
          <p:cNvPr id="19" name="Shape 13"/>
          <p:cNvSpPr/>
          <p:nvPr/>
        </p:nvSpPr>
        <p:spPr>
          <a:xfrm>
            <a:off x="10927080" y="3758184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0080" y="4443984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452628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5022" y="4614062"/>
            <a:ext cx="373075" cy="37307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54480" y="4443984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Privatsphäre-Check machen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10927080" y="459943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0080" y="5285232"/>
            <a:ext cx="10881360" cy="713232"/>
          </a:xfrm>
          <a:prstGeom prst="roundRect">
            <a:avLst>
              <a:gd name="adj" fmla="val 12821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5022" y="5455310"/>
            <a:ext cx="373075" cy="37307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554480" y="5285232"/>
            <a:ext cx="9052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 und melden</a:t>
            </a:r>
            <a:endParaRPr lang="en-US" sz="2200" dirty="0"/>
          </a:p>
        </p:txBody>
      </p:sp>
      <p:sp>
        <p:nvSpPr>
          <p:cNvPr id="29" name="Shape 21"/>
          <p:cNvSpPr/>
          <p:nvPr/>
        </p:nvSpPr>
        <p:spPr>
          <a:xfrm>
            <a:off x="10927080" y="544068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C6C7C8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haken gemeinsam ab, was du geschafft hast.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Richtig oder Falsch?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7568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19202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stelle meine Beiträge auf 'Freunde'.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00200" y="2971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Profil bei Facebook ist echt.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00200" y="4023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Betrug gebe ich kein Geld.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meinst du? Richtig oder Falsch?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Antworten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093" y="2223821"/>
            <a:ext cx="435254" cy="435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92024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stelle meine Beiträge auf 'Freunde'.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9EC"/>
          </a:solidFill>
          <a:ln w="12700">
            <a:solidFill>
              <a:srgbClr val="B515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335584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1093" y="3458261"/>
            <a:ext cx="435254" cy="435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15468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Jedes Profil bei Facebook ist echt.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 – es gibt Fake-Profile.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45902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093" y="4692701"/>
            <a:ext cx="435254" cy="435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438912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Betrug gebe ich kein Geld.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haben wir gelernt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2493" y="2022653"/>
            <a:ext cx="435254" cy="435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 deine Beiträge auf 'Freunde'.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640080" y="2816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2493" y="2918765"/>
            <a:ext cx="435254" cy="4352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8163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 keine privaten Daten.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640080" y="371246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2493" y="3814877"/>
            <a:ext cx="435254" cy="4352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37124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Nimm nur echte Freunde an.</a:t>
            </a:r>
            <a:endParaRPr lang="en-US" sz="2300" dirty="0"/>
          </a:p>
        </p:txBody>
      </p:sp>
      <p:sp>
        <p:nvSpPr>
          <p:cNvPr id="14" name="Shape 8"/>
          <p:cNvSpPr/>
          <p:nvPr/>
        </p:nvSpPr>
        <p:spPr>
          <a:xfrm>
            <a:off x="640080" y="460857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2493" y="4710989"/>
            <a:ext cx="435254" cy="4352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54480" y="460857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Gib kein Geld an Fremde.</a:t>
            </a:r>
            <a:endParaRPr lang="en-US" sz="2300" dirty="0"/>
          </a:p>
        </p:txBody>
      </p:sp>
      <p:sp>
        <p:nvSpPr>
          <p:cNvPr id="17" name="Shape 10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493" y="5607101"/>
            <a:ext cx="435254" cy="4352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54480" y="5504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 bei Problemen.</a:t>
            </a:r>
            <a:endParaRPr lang="en-US" sz="2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38988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Danke!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0" y="43891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machst das gut.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 du noch Fragen?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AD1E3"/>
                </a:solidFill>
              </a:rPr>
              <a:t>Bildzeichen: ARASAAC – Autor Sergio Palao (Gobierno de Aragón), Lizenz CC BY-NC-SA · www.arasaac.org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Facebook sicher und selbstbestimmt nutzen</dc:title>
  <dc:subject>PptxGenJS Presentation</dc:subject>
  <dc:creator>Alexianer Stift Tilbeck – Digitale Teilhabe</dc:creator>
  <cp:lastModifiedBy>Alexianer Stift Tilbeck – Digitale Teilhabe</cp:lastModifiedBy>
  <cp:revision>1</cp:revision>
  <dcterms:created xsi:type="dcterms:W3CDTF">2026-06-24T06:27:19Z</dcterms:created>
  <dcterms:modified xsi:type="dcterms:W3CDTF">2026-06-24T06:27:19Z</dcterms:modified>
</cp:coreProperties>
</file>