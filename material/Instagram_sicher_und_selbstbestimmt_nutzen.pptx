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Ankommen, Vertrauen aufbauen, Thema des Tages 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Begrüßung, kurze Namens- und Erwartungsrunde.</a:t>
            </a:r>
          </a:p>
          <a:p>
            <a:r>
              <a:rPr b="1" sz="1100"/>
              <a:t>Sozialform: </a:t>
            </a:r>
            <a:r>
              <a:rPr sz="1100"/>
              <a:t>Plenum / Sitzkreis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Namensschilder</a:t>
            </a:r>
          </a:p>
          <a:p>
            <a:r>
              <a:rPr b="1" sz="1100"/>
              <a:t>Hinweis: </a:t>
            </a:r>
            <a:r>
              <a:rPr sz="1100"/>
              <a:t>Ruhig starten. Thema nennen: sicher und selbstbestimmt mit Instagram umgehen. Leichte Sprache – vor Logo-Nutzung Prüfgruppe.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Überblick über den Ablauf des Tages gewinnen.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Ablauf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2 Min</a:t>
            </a:r>
          </a:p>
          <a:p>
            <a:r>
              <a:rPr b="1" sz="1100"/>
              <a:t>Material: </a:t>
            </a:r>
            <a:r>
              <a:rPr sz="1100"/>
              <a:t>Beamer, Ablauf als Ausdruck/Flipchart</a:t>
            </a:r>
          </a:p>
          <a:p>
            <a:r>
              <a:rPr b="1" sz="1100"/>
              <a:t>Hinweis: </a:t>
            </a:r>
            <a:r>
              <a:rPr sz="1100"/>
              <a:t>Auf die Pause hinweisen (Punkt 5). Ablauf sichtbar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Sichere Lernatmosphäre; Selbstbestimmung als Haltung erleben.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gemeinsame Vereinbarung.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ggf. Plakat mit Regeln</a:t>
            </a:r>
          </a:p>
          <a:p>
            <a:r>
              <a:rPr b="1" sz="1100"/>
              <a:t>Hinweis: </a:t>
            </a:r>
            <a:r>
              <a:rPr sz="1100"/>
              <a:t>Kernbotschaft: 'Fehler sind erlaubt.' Niemand muss etwas zeigen oder posten, das er nicht möchte.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Wissen, was Instagram ist (Profil, Follower, Beiträge).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Vorwissen aktivieren,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Beispiel-Gerät</a:t>
            </a:r>
          </a:p>
          <a:p>
            <a:r>
              <a:rPr b="1" sz="1100"/>
              <a:t>Hinweis: </a:t>
            </a:r>
            <a:r>
              <a:rPr sz="1100"/>
              <a:t>Fragen: 'Wer hat Instagram? Wer schaut, wer postet?' Begriffe einführen: Profil, Beitrag, Story, Reel, Follower.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Grundfunktionen von Instagram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Story/Reel kurz erklären (kurze Videos). 'Nachrichten schreiben' = Direktnachrichten (DM). Folgen/Follower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'Wer sieht meine Bilder'.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Wichtigstes Schutz-Thema: Wer darf meine Bilder sehen?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Unterschied privates und öffentliches Konto verstehen.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Vergleich,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Botschaft: privat ist sicherer. Bei öffentlich sieht jeder alles – auch Fremde.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Das Konto selbstständig auf privat 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am Gerät + angeleitete Übung.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Gerät, Screenshots</a:t>
            </a:r>
          </a:p>
          <a:p>
            <a:r>
              <a:rPr b="1" sz="1100"/>
              <a:t>Hinweis: </a:t>
            </a:r>
            <a:r>
              <a:rPr sz="1100"/>
              <a:t>Schritte langsam gemeinsam durchgehen. Mit jeder Person am eigenen Gerät einstellen. Bei Instagram: Profil &gt; Menü &gt; Einstellungen &gt; Kontodatenschutz &gt; Privates Konto.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'Was ich poste'.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Wenn du etwas postest – worauf solltest du achten?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Fotos lange bleiben und geteilt werden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Einmal gepostet, kann man ein Foto nicht mehr sicher zurückholen. Ruhig, ohne Angst. Auch Stories können gespeichert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Erkennen, welche privaten Daten nicht in Foto oder Story gehören.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Zuordnung.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ggf. Karten</a:t>
            </a:r>
          </a:p>
          <a:p>
            <a:r>
              <a:rPr b="1" sz="1100"/>
              <a:t>Hinweis: </a:t>
            </a:r>
            <a:r>
              <a:rPr sz="1100"/>
              <a:t>Auch Standort-Sticker in Stories vermeiden. Im Hintergrund von Fotos achten. Fremde sollen nicht wissen, wo du bist oder wohnst.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Merksatz 'Ist das okay für mich?' anwenden.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gemeinsames Wiederholen.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 wiederholen lassen. Andere Menschen auf Fotos erst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'Follower und Fremde'.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Wer darf mir folgen? Und was sind Fake-Profile?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Follower-Anfragen sicher einschätzen.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'Nein sagen ist erlaubt.' Nur Menschen annehmen, die man wirklich kennt. Bei privatem Konto muss man Anfragen bestätigen.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Fake-Profile erkennen; Fremde in Nachrichten einschätzen.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Fake-Profil = erfundenes Profil. Auch in Direktnachrichten schreiben Fremde an. Im Zweifel: nicht antworten, Vertrauensperson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Erholung; Aufnahmefähigkeit erhalten.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Pause.</a:t>
            </a:r>
          </a:p>
          <a:p>
            <a:r>
              <a:rPr b="1" sz="1100"/>
              <a:t>Sozialform: </a:t>
            </a:r>
            <a:r>
              <a:rPr sz="1100"/>
              <a:t>—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Getränke</a:t>
            </a:r>
          </a:p>
          <a:p>
            <a:r>
              <a:rPr b="1" sz="1100"/>
              <a:t>Hinweis: </a:t>
            </a:r>
            <a:r>
              <a:rPr sz="1100"/>
              <a:t>Pause klar ansagen. Uhrzeit nennen, wann es weitergeht.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'Betrug und Fake'.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Auf Instagram gibt es Betrug und falsche Sachen. Das schauen wir uns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Betrugs-Maschen erkennen (Geld, Passwort/Code, Links).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Nie Geld geben, nie Passwort/Code weitergeben, keine komischen Links in Nachrichten anklicken. Vorsicht bei Gewinnspielen und Fake-Shops.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nicht alles echt ist (Fake, bearbeitete Bilder).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Viele Bilder sind bearbeitet (Filter). Manche Profile sind falsch. Wichtig fürs Selbstwertgefühl: 'Du bist gut, so wie du bist.'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Im Zweifel innehalten und nachfragen.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Merksatz: 'Unsicher? Nichts anklicken. Vertrauensperson fragen.'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'Probleme lösen'.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Manchmal läuft etwas schief. Dann gibt es klare Schritte – und du bist nicht allein.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Mobbing erkennen und wissen: 'Das muss ich nicht aushalten.'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Mobbing = gemeine Kommentare/Nachrichten. Wichtig: Das ist nicht deine Schuld.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Drei Handlungsschritte kennen: Blockieren, Melden, Hilfe holen.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Demonstration, ggf. Übung am Gerät.</a:t>
            </a:r>
          </a:p>
          <a:p>
            <a:r>
              <a:rPr b="1" sz="1100"/>
              <a:t>Sozialform: </a:t>
            </a:r>
            <a:r>
              <a:rPr sz="1100"/>
              <a:t>Plenum / Einzeln mit Begleitung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Gerät</a:t>
            </a:r>
          </a:p>
          <a:p>
            <a:r>
              <a:rPr b="1" sz="1100"/>
              <a:t>Hinweis: </a:t>
            </a:r>
            <a:r>
              <a:rPr sz="1100"/>
              <a:t>Wenn möglich zeigen, wo man bei Profil/Kommentar 'Blockieren' und 'Melden' findet. Auch Kommentare lassen sich einschränken.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 Vertrauenspersonen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Sammeln im Plenum.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Karte mit Ansprechpersonen</a:t>
            </a:r>
          </a:p>
          <a:p>
            <a:r>
              <a:rPr b="1" sz="1100"/>
              <a:t>Hinweis: </a:t>
            </a:r>
            <a:r>
              <a:rPr sz="1100"/>
              <a:t>Hilfe holen ist stark, nicht peinlich. Konkrete Ansprechpersonen vor Ort nennen (Name, Telefon).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in den Praxis-Teil: vom Wissen zum eigenen Tun.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Hinführung.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Ankündigen: Jetzt stellen wir Instagram zusammen am eigenen Handy ein. Wer kein Handy hat, schaut bei der Begleitung mit. 'Fehler sind erlaubt.'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Die Praxis-Seite am eigenen Handy öffnen.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Anleitung, QR-Code scannen.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Handy, QR-Code, WLAN</a:t>
            </a:r>
          </a:p>
          <a:p>
            <a:r>
              <a:rPr b="1" sz="1100"/>
              <a:t>Hinweis: </a:t>
            </a:r>
            <a:r>
              <a:rPr sz="1100"/>
              <a:t>QR-Code mit der Kamera scannen. Begleitung hilft beim Öffnen. Kurz-Link als Alternative an die Wand. Vorlese-Funktion der Seite kurz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Instagram gemeinsam Schritt für Schritt sicher einstellen.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Angeleitete Übung am Gerät, Tandem-/Peer-Begleitung.</a:t>
            </a:r>
          </a:p>
          <a:p>
            <a:r>
              <a:rPr b="1" sz="1100"/>
              <a:t>Sozialform: </a:t>
            </a:r>
            <a:r>
              <a:rPr sz="1100"/>
              <a:t>Einzeln mit Begleitung / Tandem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eigenes Handy, Praxis-Seite (QR)</a:t>
            </a:r>
          </a:p>
          <a:p>
            <a:r>
              <a:rPr b="1" sz="1100"/>
              <a:t>Hinweis: </a:t>
            </a:r>
            <a:r>
              <a:rPr sz="1100"/>
              <a:t>Gemeinsam durchgehen: Konto auf privat, Nachrichten einschränken, wer darf kommentieren, Aktivitätsstatus aus, blockieren/melden. Pro Schritt warten, bis alle es geschafft haben. Erfolge abhaken. Tempo der Gruppe, niemanden bloßstellen.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Inhalte sichern und Verständnis prüfen.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Quiz, Abstimmung (Daumen/Karten).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Daumen oder Ja/Nein-Karten</a:t>
            </a:r>
          </a:p>
          <a:p>
            <a:r>
              <a:rPr b="1" sz="1100"/>
              <a:t>Hinweis: </a:t>
            </a:r>
            <a:r>
              <a:rPr sz="1100"/>
              <a:t>Jede Aussage vorlesen, abstimmen lassen, erst danach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 festigen, Fehlannahmen klären.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Auflösung mit kurzer Begründung.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Besonders Aussage 2: Nicht jedes Profil ist echt (Fake-Profile).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Fünf Merksätze als Mitnahme verankern.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Wiederholung, reihum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Merkblatt (Leichte Sprache)</a:t>
            </a:r>
          </a:p>
          <a:p>
            <a:r>
              <a:rPr b="1" sz="1100"/>
              <a:t>Hinweis: </a:t>
            </a:r>
            <a:r>
              <a:rPr sz="1100"/>
              <a:t>Teilnehmende vorlesen lassen. Merkblatt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Positiver Abschluss, Transfer in den Alltag.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Fragerunde, Ausblick.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—</a:t>
            </a:r>
          </a:p>
          <a:p>
            <a:r>
              <a:rPr b="1" sz="1100"/>
              <a:t>Hinweis: </a:t>
            </a:r>
            <a:r>
              <a:rPr sz="1100"/>
              <a:t>Auf Lernplattform 'Alex und Tilda' hinweisen. 'Fehler sind erlaubt' noch einmal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737360" cy="1737360"/>
          </a:xfrm>
          <a:prstGeom prst="ellipse">
            <a:avLst/>
          </a:prstGeom>
          <a:solidFill>
            <a:srgbClr val="FFFFFF"/>
          </a:solidFill>
          <a:ln w="45847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058" y="963778"/>
            <a:ext cx="1181405" cy="118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23160"/>
            <a:ext cx="10972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sicher und selbstbestimmt nutzen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Workshop für das Internet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und Tilda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und selbstbestimmt im Internet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heute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Instagram?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sieht meine Bilder?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0876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poste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und Fremde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17804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30936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7804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Betrug und Fake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30936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Probleme: Was kann ich tun?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30936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und Abschluss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Regeln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058" y="21524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Frage ist gut.</a:t>
            </a:r>
            <a:endParaRPr 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640080" y="294436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3081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058" y="3176626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2944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sind erlaubt.</a:t>
            </a:r>
            <a:endParaRPr lang="en-US" sz="2300" dirty="0"/>
          </a:p>
        </p:txBody>
      </p:sp>
      <p:sp>
        <p:nvSpPr>
          <p:cNvPr id="13" name="Shape 8"/>
          <p:cNvSpPr/>
          <p:nvPr/>
        </p:nvSpPr>
        <p:spPr>
          <a:xfrm>
            <a:off x="640080" y="396849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22960" y="410565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058" y="4200754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3968496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hören einander zu.</a:t>
            </a:r>
            <a:endParaRPr lang="en-US" sz="2300" dirty="0"/>
          </a:p>
        </p:txBody>
      </p:sp>
      <p:sp>
        <p:nvSpPr>
          <p:cNvPr id="17" name="Shape 11"/>
          <p:cNvSpPr/>
          <p:nvPr/>
        </p:nvSpPr>
        <p:spPr>
          <a:xfrm>
            <a:off x="640080" y="49926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2960" y="512978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8058" y="5224882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99262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nur mit, wenn du magst.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Instagram?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680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ist eine App für Fotos und Videos.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hast eine eigene Seite. Sie heißt Profil.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folgst anderen Menschen.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folgen dir. Das sind deine Follower.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052560" y="2468880"/>
            <a:ext cx="2194560" cy="2194560"/>
          </a:xfrm>
          <a:prstGeom prst="ellipse">
            <a:avLst/>
          </a:prstGeom>
          <a:solidFill>
            <a:srgbClr val="FFFFFF"/>
          </a:solidFill>
          <a:ln w="5791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03690" y="2820010"/>
            <a:ext cx="1492301" cy="1492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mit Instagram machen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6424" y="2386584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posten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30936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62940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75704" y="2386584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und Reels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4008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6424" y="4489704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5740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Nachrichten schreiben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630936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2940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75704" y="4489704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2668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Anderen folgen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sieht meine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Bilder?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meine Bilder sehen?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0604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0866" y="2490826"/>
            <a:ext cx="870509" cy="87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Privates Konto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00584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Menschen, die du erlaubst, sehen deine Bilder.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FBE9EC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0146" y="2490826"/>
            <a:ext cx="870509" cy="87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Öffentliches Konto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667512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Menschen sehen deine Bilder.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 Konto auf 'Privat'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privates Konto ist sicherer.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stellst du es ein: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8976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8" name="Text 5"/>
          <p:cNvSpPr/>
          <p:nvPr/>
        </p:nvSpPr>
        <p:spPr>
          <a:xfrm>
            <a:off x="188976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 auf dein Profil.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1960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4820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Einstellungen.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19912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44880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6" name="Text 13"/>
          <p:cNvSpPr/>
          <p:nvPr/>
        </p:nvSpPr>
        <p:spPr>
          <a:xfrm>
            <a:off x="94488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42772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 Konto auf 'Privat'.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 nach, bevor du etwas postest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Foto kann lange im Internet bleiben.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dein Foto speichern.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es weiter-schicken.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es dann nicht mehr zurückholen.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FFFFFF"/>
          </a:solidFill>
          <a:ln w="36195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768096"/>
            <a:ext cx="932688" cy="93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3160" y="5486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gehört nicht in ein Foto oder eine Story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44144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723" y="2558491"/>
            <a:ext cx="497434" cy="4974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Adresse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309360" y="21945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244144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5003" y="2558491"/>
            <a:ext cx="497434" cy="4974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du gerade bist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3703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395020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5723" y="4067251"/>
            <a:ext cx="497434" cy="4974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0" y="3703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Telefon-Nummer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309360" y="3703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537960" y="395020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5003" y="4067251"/>
            <a:ext cx="497434" cy="4974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0" y="3703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Passwort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Schau dein Foto vorher an.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dich: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das okay für mich?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und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Fremde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Follower-Anfragen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Menschen wollen dir folgen.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schicken dir eine Anfrage.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Menschen an, die du wirklich kennst.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Kennst du die Person nicht? Dann sag Nein.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Fake-Profilen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Profile sind nicht echt.</a:t>
            </a:r>
            <a:endParaRPr lang="en-US" sz="2300" dirty="0"/>
          </a:p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Fake-Profil.</a:t>
            </a:r>
            <a:endParaRPr lang="en-US" sz="2300" dirty="0"/>
          </a:p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Fremder kann sich als netter Freund ausgeben.</a:t>
            </a:r>
            <a:endParaRPr lang="en-US" sz="2300" dirty="0"/>
          </a:p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in Nachrichten schreiben dich Fremde an.</a:t>
            </a:r>
            <a:endParaRPr lang="en-US" sz="2300" dirty="0"/>
          </a:p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echte Menschen an.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9692640" y="265176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94436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6789" y="1693469"/>
            <a:ext cx="1367942" cy="136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Minuten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Betrug und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Betrug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5260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8165" y="2415845"/>
            <a:ext cx="746150" cy="746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Geld geben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868680" y="402336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soll Geld von dir bekommen.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7685" y="2415845"/>
            <a:ext cx="746150" cy="746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0248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Passwort schützen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4648200" y="402336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dein Passwort oder einen Code nicht weiter.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164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7205" y="2415845"/>
            <a:ext cx="746150" cy="746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Links anklicken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8427720" y="402336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Klick keine komischen Links in Nachrichten an.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alles ist echt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alles auf Instagram ist echt.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Profile sind falsch.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Bilder sind stark bearbeitet.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 nicht alles. Du bist gut, so wie du bist.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Bist du unsicher?</a:t>
            </a:r>
            <a:endParaRPr lang="en-US" sz="29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Klicke nichts an.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eine Person, der du vertraust.</a:t>
            </a:r>
            <a:endParaRPr lang="en-US" sz="2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Probleme.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ich tun?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gemein zu dir ist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Menschen schreiben gemeine Kommentare.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Mobbing.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das nicht aushalten.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etwas tun.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tun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5260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8165" y="2415845"/>
            <a:ext cx="746150" cy="746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Person kann dich nicht mehr erreichen.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7685" y="2415845"/>
            <a:ext cx="746150" cy="746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0248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64820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sagst Instagram Bescheid.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164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7205" y="2415845"/>
            <a:ext cx="746150" cy="746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holen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2772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bist nicht allein.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Beispiel: Familie, Freund,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Betreuerin oder Betreuer.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4300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43560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33756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stellen wir Instagram zusammen ein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 den Code und mach mit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/home/claude/snap_ws/qr_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32004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806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alex-und-tilda.github.io/sicher-und-selbstbestimmt-im-internet/praxis/instagram.html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0" y="201168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97880" y="201168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Kamera am Handy.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029200" y="2852928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897880" y="285292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 sie auf den Code.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029200" y="369417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897880" y="369417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Tippe auf den Link.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029200" y="4535424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897880" y="45354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gehen es zusammen durch.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029200" y="553212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/>
        </p:spPr>
      </p:sp>
      <p:sp>
        <p:nvSpPr>
          <p:cNvPr id="21" name="Text 17"/>
          <p:cNvSpPr/>
          <p:nvPr/>
        </p:nvSpPr>
        <p:spPr>
          <a:xfrm>
            <a:off x="5257800" y="55321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Handy dabei? Schau bei der Begleitung mit.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stellen wir zusammen ein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0253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5022" y="2090318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20240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auf privat stellen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10927080" y="20756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76148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5022" y="2931566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61488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Nachrichten einschränken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10927080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60273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68503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5022" y="3772814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02736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kommentieren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27080" y="37581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44439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5022" y="461406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443984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Aktivitätsstatus ausschalten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27080" y="45994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0080" y="528523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5022" y="5455310"/>
            <a:ext cx="373075" cy="3730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285232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 und melden</a:t>
            </a:r>
            <a:endParaRPr lang="en-US" sz="2200" dirty="0"/>
          </a:p>
        </p:txBody>
      </p:sp>
      <p:sp>
        <p:nvSpPr>
          <p:cNvPr id="29" name="Shape 21"/>
          <p:cNvSpPr/>
          <p:nvPr/>
        </p:nvSpPr>
        <p:spPr>
          <a:xfrm>
            <a:off x="10927080" y="5440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haken gemeinsam ab, was du geschafft hast.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Richtig oder Falsch?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stelle mein Konto auf privat.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00200" y="2971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Profil bei Instagram ist echt.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Betrug gebe ich kein Geld.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meinst du? Richtig oder Falsch?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093" y="2223821"/>
            <a:ext cx="435254" cy="435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92024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stelle mein Konto auf privat.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9EC"/>
          </a:solidFill>
          <a:ln w="12700">
            <a:solidFill>
              <a:srgbClr val="B515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35584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1093" y="3458261"/>
            <a:ext cx="435254" cy="435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15468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Profil bei Instagram ist echt.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 – es gibt Fake-Profile.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45902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093" y="4692701"/>
            <a:ext cx="435254" cy="435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38912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Betrug gebe ich kein Geld.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haben wir gelernt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2493" y="2022653"/>
            <a:ext cx="435254" cy="435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 Konto auf privat.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640080" y="2816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2493" y="2918765"/>
            <a:ext cx="435254" cy="435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816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 keine privaten Daten.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640080" y="371246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493" y="3814877"/>
            <a:ext cx="435254" cy="4352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7124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echte Follower an.</a:t>
            </a:r>
            <a:endParaRPr lang="en-US" sz="2300" dirty="0"/>
          </a:p>
        </p:txBody>
      </p:sp>
      <p:sp>
        <p:nvSpPr>
          <p:cNvPr id="14" name="Shape 8"/>
          <p:cNvSpPr/>
          <p:nvPr/>
        </p:nvSpPr>
        <p:spPr>
          <a:xfrm>
            <a:off x="640080" y="460857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2493" y="4710989"/>
            <a:ext cx="435254" cy="4352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54480" y="460857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kein Geld an Fremde.</a:t>
            </a:r>
            <a:endParaRPr lang="en-US" sz="2300" dirty="0"/>
          </a:p>
        </p:txBody>
      </p:sp>
      <p:sp>
        <p:nvSpPr>
          <p:cNvPr id="17" name="Shape 10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493" y="5607101"/>
            <a:ext cx="435254" cy="4352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54480" y="5504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 bei Problemen.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38988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Danke!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das gut.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 du noch Fragen?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AD1E3"/>
                </a:solidFill>
              </a:rPr>
              <a:t>Bildzeichen: ARASAAC – Autor Sergio Palao (Gobierno de Aragón), Lizenz CC BY-NC-SA · www.arasaac.org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sicher und selbstbestimmt nutzen</dc:title>
  <dc:subject>PptxGenJS Presentation</dc:subject>
  <dc:creator>Alexianer Stift Tilbeck – Digitale Teilhabe</dc:creator>
  <cp:lastModifiedBy>Alexianer Stift Tilbeck – Digitale Teilhabe</cp:lastModifiedBy>
  <cp:revision>1</cp:revision>
  <dcterms:created xsi:type="dcterms:W3CDTF">2026-06-24T06:27:19Z</dcterms:created>
  <dcterms:modified xsi:type="dcterms:W3CDTF">2026-06-24T06:27:19Z</dcterms:modified>
</cp:coreProperties>
</file>