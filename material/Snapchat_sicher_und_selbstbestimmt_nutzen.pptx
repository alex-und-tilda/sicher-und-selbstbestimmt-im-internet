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Ankommen, Vertrauen aufbauen, Thema des Tages 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Begrüßung, kurze Namens- und Erwartungsrunde.</a:t>
            </a:r>
          </a:p>
          <a:p>
            <a:r>
              <a:rPr b="1" sz="1100"/>
              <a:t>Sozialform: </a:t>
            </a:r>
            <a:r>
              <a:rPr sz="1100"/>
              <a:t>Plenum / Sitzkreis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Namensschilder</a:t>
            </a:r>
          </a:p>
          <a:p>
            <a:r>
              <a:rPr b="1" sz="1100"/>
              <a:t>Hinweis: </a:t>
            </a:r>
            <a:r>
              <a:rPr sz="1100"/>
              <a:t>Ruhig starten. Thema in einem Satz nennen: sicher und selbstbestimmt mit Snapchat umgehen. Leichte Sprache – vor offizieller Logo-Nutzung Prüfgruppe.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Überblick über den Ablauf des Tages gewinnen.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Ablauf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2 Min</a:t>
            </a:r>
          </a:p>
          <a:p>
            <a:r>
              <a:rPr b="1" sz="1100"/>
              <a:t>Material: </a:t>
            </a:r>
            <a:r>
              <a:rPr sz="1100"/>
              <a:t>Beamer, Ablauf als Ausdruck/Flipchart</a:t>
            </a:r>
          </a:p>
          <a:p>
            <a:r>
              <a:rPr b="1" sz="1100"/>
              <a:t>Hinweis: </a:t>
            </a:r>
            <a:r>
              <a:rPr sz="1100"/>
              <a:t>Auf die Pause hinweisen (Punkt 5). Ablauf sichtbar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Sichere Lernatmosphäre; Selbstbestimmung als Haltung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gemeinsame Vereinbarung.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ggf. Plakat mit Regeln</a:t>
            </a:r>
          </a:p>
          <a:p>
            <a:r>
              <a:rPr b="1" sz="1100"/>
              <a:t>Hinweis: </a:t>
            </a:r>
            <a:r>
              <a:rPr sz="1100"/>
              <a:t>Kernbotschaft: 'Fehler sind erlaubt.' Niemand muss etwas zeigen oder sagen, das er nicht möchte.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Wissen, was Snapchat ist und wozu man es nutzt.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Vorwissen aktivieren, Lehrgespräch am 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Beispiel-Handy</a:t>
            </a:r>
          </a:p>
          <a:p>
            <a:r>
              <a:rPr b="1" sz="1100"/>
              <a:t>Hinweis: </a:t>
            </a:r>
            <a:r>
              <a:rPr sz="1100"/>
              <a:t>Fragen: 'Wer kennt Snapchat? Wer nutzt es?' Geist-Symbol zeigen, an dem man die App erkennt.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Grundfunktionen von Snapchat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Vier Funktionen kurz erklären. Snap-Karte hier nur nennen – kommt als eigenes Sicherheits-Thema.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'Bilder verschwinden'.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Viele denken: bei Snapchat ist alles gleich weg. Das stimmt nur halb.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Snaps trotz Verschwinden gespeichert werden können (Screenshot).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Alltagsbeispiel.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Screenshot erklären (Bild vom Bildschirm). Ein geteiltes Bild kann man nicht zurückholen.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Merksatz 'Ist das okay für mich?' anwenden.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gemeinsames Wiederholen.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 laut wiederholen lassen. Gilt auch für Fotos von anderen – diese erst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'Snap-Karte und Ort'.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Wichtigstes Sicherheits-Thema. Hier mehr Zeit 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Wissen, dass die Snap-Karte den eigenen Standort zeigen kann.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ggf. Demonstration.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Beamer, Beispiel-Handy</a:t>
            </a:r>
          </a:p>
          <a:p>
            <a:r>
              <a:rPr b="1" sz="1100"/>
              <a:t>Hinweis: </a:t>
            </a:r>
            <a:r>
              <a:rPr sz="1100"/>
              <a:t>Standort = der Ort, wo ich gerade bin. Noch nicht bewerten – kommt auf der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Risiko der Standort-Anzeige für Fremde erkennen.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ohne Angst zu erzeugen.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Gefühl ernst nehmen. Botschaft: Du kannst dich schützen – wie, zeigt die nächste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Den Geist-Modus selbstständig aktivieren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am Gerät + angeleitete Übung.</a:t>
            </a:r>
          </a:p>
          <a:p>
            <a:r>
              <a:rPr b="1" sz="1100"/>
              <a:t>Sozialform: </a:t>
            </a:r>
            <a:r>
              <a:rPr sz="1100"/>
              <a:t>Einzeln/Partnerarbeit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eigenes Handy/Tablet, Screenshots</a:t>
            </a:r>
          </a:p>
          <a:p>
            <a:r>
              <a:rPr b="1" sz="1100"/>
              <a:t>Hinweis: </a:t>
            </a:r>
            <a:r>
              <a:rPr sz="1100"/>
              <a:t>Schritte langsam gemeinsam durchgehen. Mit jeder Person am eigenen Handy einstellen.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'Freunde und Fremde'.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Wer darf mit mir reden? Das stellen wir jetzt sicher 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Kontakt- und Sichtbarkeits-Einstellungen auf 'Freunde' 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+ angeleitete Übung.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Handy, Screenshots</a:t>
            </a:r>
          </a:p>
          <a:p>
            <a:r>
              <a:rPr b="1" sz="1100"/>
              <a:t>Hinweis: </a:t>
            </a:r>
            <a:r>
              <a:rPr sz="1100"/>
              <a:t>Beide Einstellungen auf 'Nur Freunde'. Gemeinsam in den Einstellungen suchen.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Fremde Anfragen ablehnen; 'Nein sagen' als erlaubt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'Nein sagen ist erlaubt und richtig.' Eine fremde Anfrage muss man nicht annehmen.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Erholung; Aufnahmefähigkeit erhalten.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Pause.</a:t>
            </a:r>
          </a:p>
          <a:p>
            <a:r>
              <a:rPr b="1" sz="1100"/>
              <a:t>Sozialform: </a:t>
            </a:r>
            <a:r>
              <a:rPr sz="1100"/>
              <a:t>—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Getränke</a:t>
            </a:r>
          </a:p>
          <a:p>
            <a:r>
              <a:rPr b="1" sz="1100"/>
              <a:t>Hinweis: </a:t>
            </a:r>
            <a:r>
              <a:rPr sz="1100"/>
              <a:t>Pause klar ansagen. Uhrzeit nennen, wann es weitergeht.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'Meine Daten schützen'.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Manche Dinge gehen niemanden etwas an. Welche das sind, schauen wir uns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Persönliche Daten erkennen und wissen, sie nicht weiterzugeben.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Zuordnung im 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Beamer, ggf. Karten</a:t>
            </a:r>
          </a:p>
          <a:p>
            <a:r>
              <a:rPr b="1" sz="1100"/>
              <a:t>Hinweis: </a:t>
            </a:r>
            <a:r>
              <a:rPr sz="1100"/>
              <a:t>Privat = das geht nur mich etwas an. Diese Daten nie an Fremde geben – auch nicht bei Versprechen.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'Probleme lösen'.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Manchmal läuft etwas schief. Dann gibt es klare Schritte – und du bist nicht allein.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Mobbing erkennen und wissen: 'Das muss ich nicht aushalten.'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Mobbing = gemeine, verletzende Nachrichten. Wichtig: Das ist nicht deine Schuld.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Drei Handlungsschritte kennen: Blockieren, Melden,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Demonstration, ggf. Übung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Handy</a:t>
            </a:r>
          </a:p>
          <a:p>
            <a:r>
              <a:rPr b="1" sz="1100"/>
              <a:t>Hinweis: </a:t>
            </a:r>
            <a:r>
              <a:rPr sz="1100"/>
              <a:t>Wenn möglich zeigen, wo man 'Blockieren' und 'Melden' findet.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Vertrauenspersonen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Sammeln im Plenum.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Karte mit Ansprechpersonen</a:t>
            </a:r>
          </a:p>
          <a:p>
            <a:r>
              <a:rPr b="1" sz="1100"/>
              <a:t>Hinweis: </a:t>
            </a:r>
            <a:r>
              <a:rPr sz="1100"/>
              <a:t>Hilfe holen ist stark, nicht peinlich. Konkrete Ansprechpersonen vor Ort nennen (Name, Telefon).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in den Praxis-Teil: vom Wissen zum eigenen Tun.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Hinführung.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Ankündigen: Jetzt stellen wir Snapchat zusammen am eigenen Handy ein. Wer kein Handy hat, schaut bei der Begleitung mit. 'Fehler sind erlaubt.'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Die Praxis-Seite am eigenen Handy öffnen.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Anleitung, QR-Code scannen.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Handy, QR-Code, WLAN</a:t>
            </a:r>
          </a:p>
          <a:p>
            <a:r>
              <a:rPr b="1" sz="1100"/>
              <a:t>Hinweis: </a:t>
            </a:r>
            <a:r>
              <a:rPr sz="1100"/>
              <a:t>QR-Code mit der Kamera scannen. Begleitung hilft beim Öffnen. Kurz-Link als Alternative an die Wand. Vorlese-Funktion der Seite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Snapchat gemeinsam Schritt für Schritt sicher einstellen.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Angeleitete Übung am Gerät, Tandem-/Peer-Begleitung.</a:t>
            </a:r>
          </a:p>
          <a:p>
            <a:r>
              <a:rPr b="1" sz="1100"/>
              <a:t>Sozialform: </a:t>
            </a:r>
            <a:r>
              <a:rPr sz="1100"/>
              <a:t>Einzeln mit Begleitung / Tandem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eigenes Handy, Praxis-Seite (QR)</a:t>
            </a:r>
          </a:p>
          <a:p>
            <a:r>
              <a:rPr b="1" sz="1100"/>
              <a:t>Hinweis: </a:t>
            </a:r>
            <a:r>
              <a:rPr sz="1100"/>
              <a:t>Gemeinsam durchgehen: Mich kontaktieren auf 'Meine Freunde', Meine Story auf 'Meine Freunde', Geist-Modus an, Vorschläge aus, blockieren/melden. Pro Schritt warten, bis alle es geschafft haben. Erfolge abhaken. Tempo der Gruppe, niemanden bloßstellen.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Inhalte sichern und Verständnis prüfen.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Quiz, Abstimmung (Daumen/Karten).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Daumen oder Ja/Nein-Karten</a:t>
            </a:r>
          </a:p>
          <a:p>
            <a:r>
              <a:rPr b="1" sz="1100"/>
              <a:t>Hinweis: </a:t>
            </a:r>
            <a:r>
              <a:rPr sz="1100"/>
              <a:t>Jede Aussage vorlesen, abstimmen lassen, erst danach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 festigen, Fehlannahmen klären.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Auflösung mit kurzer Begründung.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Besonders Aussage 2: Bilder sind nicht für immer weg (Screenshots).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Fünf Merksätze als Mitnahme verankern.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Wiederholung, reihum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Merkblatt (Leichte Sprache)</a:t>
            </a:r>
          </a:p>
          <a:p>
            <a:r>
              <a:rPr b="1" sz="1100"/>
              <a:t>Hinweis: </a:t>
            </a:r>
            <a:r>
              <a:rPr sz="1100"/>
              <a:t>Teilnehmende vorlesen lassen. Merkblatt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Positiver Abschluss, Transfer in den Alltag.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Fragerunde, Ausblick.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—</a:t>
            </a:r>
          </a:p>
          <a:p>
            <a:r>
              <a:rPr b="1" sz="1100"/>
              <a:t>Hinweis: </a:t>
            </a:r>
            <a:r>
              <a:rPr sz="1100"/>
              <a:t>Auf Lernplattform 'Alex und Tilda' hinweisen. 'Fehler sind erlaubt' noch einmal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737360" cy="1737360"/>
          </a:xfrm>
          <a:prstGeom prst="ellipse">
            <a:avLst/>
          </a:prstGeom>
          <a:solidFill>
            <a:srgbClr val="FFFFFF"/>
          </a:solidFill>
          <a:ln w="45847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058" y="96377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10972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Snapchat sicher und selbstbestimmt nutzen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Workshop für das Internet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und Tilda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selbstbestimmt im Internet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heute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Snapchat?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verschwinden – oder nicht?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Snap-Karte und mein Ort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Freunde und Fremde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7804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30936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Daten schützen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Probleme: Was kann ich tun?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30936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und Abschluss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Regeln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058" y="21524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Frage ist gut.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3081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8" y="3176626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2944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sind erlaubt.</a:t>
            </a:r>
            <a:endParaRPr lang="en-US" sz="2300" dirty="0"/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8" y="4200754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3968496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zu.</a:t>
            </a:r>
            <a:endParaRPr lang="en-US" sz="2300" dirty="0"/>
          </a:p>
        </p:txBody>
      </p:sp>
      <p:sp>
        <p:nvSpPr>
          <p:cNvPr id="17" name="Shape 11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8058" y="5224882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nur mit, wenn du magst.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Snapchat?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498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Snapchat ist eine App.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Fotos und kurze Videos.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schickst sie an Freunde.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Bilder heißen Snaps.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869680" y="2377440"/>
            <a:ext cx="2377440" cy="2377440"/>
          </a:xfrm>
          <a:prstGeom prst="ellipse">
            <a:avLst/>
          </a:prstGeom>
          <a:solidFill>
            <a:srgbClr val="FFFFFF"/>
          </a:solidFill>
          <a:ln w="62738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50070" y="2757830"/>
            <a:ext cx="1616659" cy="1616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mit Snapchat machen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6424" y="238658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und Videos schicken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75704" y="2386584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Freunden schreiben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4008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6424" y="4489704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5740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lustig machen mit Filtern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630936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75704" y="4489704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2668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 sehen: die Snap-Karte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verschwinden.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doch nicht?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 gehen nach kurzer Zeit weg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515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Snap ist nur kurz zu sehen.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verschwindet das Bild.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BE9EC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434340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5685" y="4518965"/>
            <a:ext cx="746150" cy="746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Achtung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377440" y="484632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ein Foto vom Bildschirm machen.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heißt Screenshot.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bleibt dein Bild.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Schick nur Bilder,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jeder sehen darf.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dich vorher: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das okay für mich?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Snap-Karte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mein Ort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Snap-Karte zeigt, wo du bist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680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Snapchat hat eine Karte.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heißt Snap-Karte.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Karte kann zeigen, wo du gerade bist.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052560" y="2468880"/>
            <a:ext cx="2194560" cy="2194560"/>
          </a:xfrm>
          <a:prstGeom prst="ellipse">
            <a:avLst/>
          </a:prstGeom>
          <a:solidFill>
            <a:srgbClr val="FFFFFF"/>
          </a:solidFill>
          <a:ln w="5791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03690" y="2820010"/>
            <a:ext cx="1492301" cy="14923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36195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768096"/>
            <a:ext cx="932688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3160" y="5486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 gefährlich sein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Fremde Menschen sollen nicht wissen,</a:t>
            </a:r>
            <a:endParaRPr lang="en-US" sz="2900" dirty="0"/>
          </a:p>
          <a:p>
            <a:pPr indent="0" marL="0">
              <a:lnSpc>
                <a:spcPct val="105000"/>
              </a:lnSpc>
              <a:spcAft>
                <a:spcPts val="2200"/>
              </a:spcAft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bist.</a:t>
            </a:r>
            <a:endParaRPr lang="en-US" sz="29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sollen nicht wissen,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wohnst.</a:t>
            </a:r>
            <a:endParaRPr lang="en-US" sz="2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 den Geist-Modus an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Geist-Modus schützt dich.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sieht niemand, wo du bist.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976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8" name="Text 5"/>
          <p:cNvSpPr/>
          <p:nvPr/>
        </p:nvSpPr>
        <p:spPr>
          <a:xfrm>
            <a:off x="188976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Snap-Karte.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1960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4820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Tippe auf die Einstellungen.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9912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44880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6" name="Text 13"/>
          <p:cNvSpPr/>
          <p:nvPr/>
        </p:nvSpPr>
        <p:spPr>
          <a:xfrm>
            <a:off x="94488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42772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Schalte den Geist-Modus an.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Freunde und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Snapchat sicher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mir schreiben?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14400" y="4297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meine Freunde.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sieht meine Bilder?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583680" y="4297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meine Freunde.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Fremden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229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Menschen als Freunde, die du kennst.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Kennst du die Person nicht?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sag Nein.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keine Anfrage annehmen.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509760" y="246888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31629" y="2790749"/>
            <a:ext cx="1367942" cy="13679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6789" y="1693469"/>
            <a:ext cx="1367942" cy="136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Daten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schützen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Daten sind privat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6712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723" y="2284171"/>
            <a:ext cx="497434" cy="4974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9202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Name und deine Adresse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216712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5003" y="2284171"/>
            <a:ext cx="497434" cy="497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0" y="19202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Telefon-Nummer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342900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367588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723" y="3792931"/>
            <a:ext cx="497434" cy="4974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3429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Passwort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309360" y="342900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37960" y="367588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5003" y="3792931"/>
            <a:ext cx="497434" cy="4974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0" y="3429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Fotos von dir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diese Daten nicht an Fremde.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Probleme.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ich tun?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gemein zu dir 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229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schreiben gemeine Sachen.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Mobbing.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das nicht aushalten.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etwas tun.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601200" y="246888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23069" y="2790749"/>
            <a:ext cx="1367942" cy="13679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tun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Person kann dir nicht mehr schreiben.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64820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sagst Snapchat Bescheid.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2772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Beispiel: Familie, Freund,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Betreuerin oder Betreuer.</a:t>
            </a:r>
            <a:endParaRPr lang="en-US" sz="2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4300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43560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3756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stellen wir Snapchat zusammen ein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 den Code und mach mit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snap_ws/qr_snap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32004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06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alex-und-tilda.github.io/sicher-und-selbstbestimmt-im-internet/praxis/snapchat.html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201168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97880" y="201168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Kamera am Handy.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029200" y="2852928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8978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 sie auf den Code.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29200" y="369417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897880" y="369417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Tippe auf den Link.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029200" y="4535424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897880" y="45354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gehen es zusammen durch.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029200" y="553212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/>
        </p:spPr>
      </p:sp>
      <p:sp>
        <p:nvSpPr>
          <p:cNvPr id="21" name="Text 17"/>
          <p:cNvSpPr/>
          <p:nvPr/>
        </p:nvSpPr>
        <p:spPr>
          <a:xfrm>
            <a:off x="5257800" y="55321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Handy dabei? Schau bei der Begleitung mit.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stellen wir zusammen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025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5022" y="2090318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20240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mich kontaktieren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10927080" y="20756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7614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022" y="2931566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61488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meine Story sehen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10927080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6027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5022" y="3772814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02736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Geist-Modus anschalten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27080" y="37581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44439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5022" y="461406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443984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als Vorschlag erscheinen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27080" y="45994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0080" y="52852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5022" y="5455310"/>
            <a:ext cx="373075" cy="3730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285232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</a:t>
            </a:r>
            <a:endParaRPr lang="en-US" sz="2200" dirty="0"/>
          </a:p>
        </p:txBody>
      </p:sp>
      <p:sp>
        <p:nvSpPr>
          <p:cNvPr id="29" name="Shape 21"/>
          <p:cNvSpPr/>
          <p:nvPr/>
        </p:nvSpPr>
        <p:spPr>
          <a:xfrm>
            <a:off x="10927080" y="5440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haken gemeinsam ab, was du geschafft hast.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Richtig oder Falsch?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nehme nur Freunde an, die ich kenne.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971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bei Snapchat sind für immer weg.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Geist-Modus schützt meinen Ort.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meinst du? Richtig oder Falsch?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093" y="2223821"/>
            <a:ext cx="435254" cy="435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2024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nehme nur Freunde an, die ich kenne.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9EC"/>
          </a:solidFill>
          <a:ln w="12700">
            <a:solidFill>
              <a:srgbClr val="B515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093" y="3458261"/>
            <a:ext cx="435254" cy="435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1546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bei Snapchat sind für immer weg.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– wegen Screenshots.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590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3" y="4692701"/>
            <a:ext cx="435254" cy="435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38912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Geist-Modus schützt meinen Ort.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haben wir gelernt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493" y="2022653"/>
            <a:ext cx="435254" cy="435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Schick nur Bilder, die jeder sehen darf.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640080" y="2816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493" y="2918765"/>
            <a:ext cx="435254" cy="435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16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 den Geist-Modus an.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640080" y="37124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493" y="3814877"/>
            <a:ext cx="435254" cy="435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7124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Freunde an, die du kennst.</a:t>
            </a:r>
            <a:endParaRPr lang="en-US" sz="2300" dirty="0"/>
          </a:p>
        </p:txBody>
      </p:sp>
      <p:sp>
        <p:nvSpPr>
          <p:cNvPr id="14" name="Shape 8"/>
          <p:cNvSpPr/>
          <p:nvPr/>
        </p:nvSpPr>
        <p:spPr>
          <a:xfrm>
            <a:off x="640080" y="460857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2493" y="4710989"/>
            <a:ext cx="435254" cy="4352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6085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Schütze deine Daten.</a:t>
            </a:r>
            <a:endParaRPr lang="en-US" sz="2300" dirty="0"/>
          </a:p>
        </p:txBody>
      </p:sp>
      <p:sp>
        <p:nvSpPr>
          <p:cNvPr id="17" name="Shape 10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493" y="5607101"/>
            <a:ext cx="435254" cy="4352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54480" y="5504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 bei Problemen.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3898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das gut.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 du noch Fragen?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Snapchat sicher und selbstbestimmt nutzen</dc:title>
  <dc:subject>PptxGenJS Presentation</dc:subject>
  <dc:creator>Alexianer Stift Tilbeck – Digitale Teilhabe</dc:creator>
  <cp:lastModifiedBy>Alexianer Stift Tilbeck – Digitale Teilhabe</cp:lastModifiedBy>
  <cp:revision>1</cp:revision>
  <dcterms:created xsi:type="dcterms:W3CDTF">2026-06-24T06:27:18Z</dcterms:created>
  <dcterms:modified xsi:type="dcterms:W3CDTF">2026-06-24T06:27:18Z</dcterms:modified>
</cp:coreProperties>
</file>