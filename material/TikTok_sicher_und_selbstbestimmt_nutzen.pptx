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Ankommen, Vertrauen aufbauen, Thema des Tages kennen.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Begrüßung, kurze Namens- und Erwartungsrunde.</a:t>
            </a:r>
          </a:p>
          <a:p>
            <a:r>
              <a:rPr b="1" sz="1100"/>
              <a:t>Sozialform: </a:t>
            </a:r>
            <a:r>
              <a:rPr sz="1100"/>
              <a:t>Plenum / Sitzkreis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Beamer, Namensschilder</a:t>
            </a:r>
          </a:p>
          <a:p>
            <a:r>
              <a:rPr b="1" sz="1100"/>
              <a:t>Hinweis: </a:t>
            </a:r>
            <a:r>
              <a:rPr sz="1100"/>
              <a:t>Ruhig starten. Thema nennen: sicher und selbstbestimmt mit TikTok umgehen. Leichte Sprache – vor Logo-Nutzung Prüfgruppe.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Überblick über den Ablauf des Tages gewinnen.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Kurzer Impuls, Ablauf vorlesen.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2 Min</a:t>
            </a:r>
          </a:p>
          <a:p>
            <a:r>
              <a:rPr b="1" sz="1100"/>
              <a:t>Material: </a:t>
            </a:r>
            <a:r>
              <a:rPr sz="1100"/>
              <a:t>Beamer, Ablauf als Ausdruck/Flipchart</a:t>
            </a:r>
          </a:p>
          <a:p>
            <a:r>
              <a:rPr b="1" sz="1100"/>
              <a:t>Hinweis: </a:t>
            </a:r>
            <a:r>
              <a:rPr sz="1100"/>
              <a:t>Auf die Pause hinweisen (Punkt 5). Ablauf sichtbar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Sichere Lernatmosphäre; Selbstbestimmung als Haltung erleben.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Lehrgespräch, gemeinsame Vereinbarung.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ggf. Plakat mit Regeln</a:t>
            </a:r>
          </a:p>
          <a:p>
            <a:r>
              <a:rPr b="1" sz="1100"/>
              <a:t>Hinweis: </a:t>
            </a:r>
            <a:r>
              <a:rPr sz="1100"/>
              <a:t>Kernbotschaft: 'Fehler sind erlaubt.' Niemand muss etwas zeigen oder mitmachen, das er nicht möchte.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Wissen, was TikTok ist und wozu man es nutzt.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Vorwissen aktivieren, Lehrgespräch.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Beamer, Beispiel-Handy</a:t>
            </a:r>
          </a:p>
          <a:p>
            <a:r>
              <a:rPr b="1" sz="1100"/>
              <a:t>Hinweis: </a:t>
            </a:r>
            <a:r>
              <a:rPr sz="1100"/>
              <a:t>Fragen: 'Wer kennt TikTok? Wer schaut Videos? Wer macht selbst welche?' An Erfahrungen anknüpfen.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Grundfunktionen von TikTok benennen können.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Bildimpuls, Lehrgespräch.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'Liken' = Herz geben. 'Kommentieren' = etwas darunter schreiben. Nachrichten kommen beim Schutz-Thema.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Überleitung zum Thema 'Privat oder öffentlich'.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Kurzer Impuls.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&lt; 1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Wichtigstes Schutz-Thema bei TikTok: das eigene Konto auf privat stellen.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Unterschied privates vs. öffentliches Konto verstehen.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Vergleich, Lehrgespräch.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Botschaft: Privat ist sicherer. Bei öffentlich sieht jeder alles – auch Fremde.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Das eigene Konto selbstständig auf privat stellen.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Demonstration am Gerät + angeleitete Übung.</a:t>
            </a:r>
          </a:p>
          <a:p>
            <a:r>
              <a:rPr b="1" sz="1100"/>
              <a:t>Sozialform: </a:t>
            </a:r>
            <a:r>
              <a:rPr sz="1100"/>
              <a:t>Einzeln mit Begleitung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eigenes Handy/Tablet, Screenshots</a:t>
            </a:r>
          </a:p>
          <a:p>
            <a:r>
              <a:rPr b="1" sz="1100"/>
              <a:t>Hinweis: </a:t>
            </a:r>
            <a:r>
              <a:rPr sz="1100"/>
              <a:t>Schritte langsam gemeinsam durchgehen. Mit jeder Person am eigenen Handy einstellen.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Überleitung zum Thema 'Was ich im Video zeige'.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Kurzer Impuls.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&lt; 1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Wenn du selbst ein Video machst – worauf solltest du achten?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Verstehen, dass Videos lange bleiben und weiterverbreitet werden können.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Lehrgespräch mit Beispiel.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Einmal gezeigt, kann man ein Video nicht mehr sicher zurückholen. Ruhig, ohne Angst.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Erkennen, welche privaten Daten nicht ins Video gehören.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Bildimpuls, Zuordnung.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Beamer, ggf. Karten</a:t>
            </a:r>
          </a:p>
          <a:p>
            <a:r>
              <a:rPr b="1" sz="1100"/>
              <a:t>Hinweis: </a:t>
            </a:r>
            <a:r>
              <a:rPr sz="1100"/>
              <a:t>Auch im Hintergrund achten (Straßenschild, Hausnummer, Klingelschild). Fremde sollen nicht wissen, wo du bist.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Merksatz 'Ist das okay für mich?' anwenden.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Merksatz, gemeinsames Wiederholen.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Merksatz wiederholen lassen. Andere Menschen im Video erst fragen.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Überleitung zum Thema 'Wer darf kommentieren'.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Kurzer Impuls.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&lt; 1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Du kannst einstellen, wer mit dir reden darf. Das machen wir jetzt sicher.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Kommentar- und Nachrichten-Einstellungen auf 'Freunde' stellen.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Demonstration + angeleitete Übung.</a:t>
            </a:r>
          </a:p>
          <a:p>
            <a:r>
              <a:rPr b="1" sz="1100"/>
              <a:t>Sozialform: </a:t>
            </a:r>
            <a:r>
              <a:rPr sz="1100"/>
              <a:t>Einzeln mit Begleitung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Handy, Screenshots</a:t>
            </a:r>
          </a:p>
          <a:p>
            <a:r>
              <a:rPr b="1" sz="1100"/>
              <a:t>Hinweis: </a:t>
            </a:r>
            <a:r>
              <a:rPr sz="1100"/>
              <a:t>Beide Einstellungen auf 'Freunde'. Gemeinsam unter Einstellungen &gt; Privatsphäre suchen.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Fremde Kontakte einschätzen; sich nicht mit Fremden treffen.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Lehrgespräch mit Beispielen.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'Nein sagen ist erlaubt.' Besonders: sich nicht mit Fremden treffen. Bei komischen Nachrichten Vertrauensperson ansprechen.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Erholung; Aufnahmefähigkeit erhalten.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Pause.</a:t>
            </a:r>
          </a:p>
          <a:p>
            <a:r>
              <a:rPr b="1" sz="1100"/>
              <a:t>Sozialform: </a:t>
            </a:r>
            <a:r>
              <a:rPr sz="1100"/>
              <a:t>—</a:t>
            </a:r>
          </a:p>
          <a:p>
            <a:r>
              <a:rPr b="1" sz="1100"/>
              <a:t>Zeit: </a:t>
            </a:r>
            <a:r>
              <a:rPr sz="1100"/>
              <a:t>ca. 10 Min</a:t>
            </a:r>
          </a:p>
          <a:p>
            <a:r>
              <a:rPr b="1" sz="1100"/>
              <a:t>Material: </a:t>
            </a:r>
            <a:r>
              <a:rPr sz="1100"/>
              <a:t>Getränke</a:t>
            </a:r>
          </a:p>
          <a:p>
            <a:r>
              <a:rPr b="1" sz="1100"/>
              <a:t>Hinweis: </a:t>
            </a:r>
            <a:r>
              <a:rPr sz="1100"/>
              <a:t>Pause klar ansagen. Uhrzeit nennen, wann es weitergeht.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Überleitung zum Thema 'Gefährliche Challenges'.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Kurzer Impuls.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&lt; 1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Challenge = Mutprobe/Trend, den viele nachmachen. Manche harmlos, manche gefährlich.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Verstehen, dass manche Challenges gefährlich sind.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Lehrgespräch, altersgerecht, ohne Anleitung.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Challenges nur benennen, keine Anleitung geben. Botschaft auf nächster Folie: Du musst nicht mitmachen.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Selbstbestimmt entscheiden; 'Du musst nicht mitmachen' verinnerlichen.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Lehrgespräch, Selbstbestimmung stärken.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'Du entscheidest.' Bei Unsicherheit vorher mit Vertrauensperson reden. Keine Challenge ist es wert, sich zu verletzen.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Falsche Versprechen und Geld-Fallen erkennen.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Bildimpuls, Lehrgespräch.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'Klick hier und gewinne' ist oft falsch. Nie Geld geben, nie Passwort/Bank-Daten eingeben. Im Zweifel: Vertrauensperson fragen.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Überleitung zum Thema 'Probleme lösen'.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Kurzer Impuls.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&lt; 1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Manchmal läuft etwas schief. Dann gibt es klare Schritte – und du bist nicht allein.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Mobbing erkennen und wissen: 'Das muss ich nicht aushalten.'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Lehrgespräch, achtsam.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Mobbing = gemeine Kommentare/Nachrichten. Wichtig: Das ist nicht deine Schuld.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Drei Handlungsschritte kennen: Blockieren, Melden, Hilfe holen.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Demonstration, ggf. Übung am Gerät.</a:t>
            </a:r>
          </a:p>
          <a:p>
            <a:r>
              <a:rPr b="1" sz="1100"/>
              <a:t>Sozialform: </a:t>
            </a:r>
            <a:r>
              <a:rPr sz="1100"/>
              <a:t>Plenum / Einzeln mit Begleitung</a:t>
            </a:r>
          </a:p>
          <a:p>
            <a:r>
              <a:rPr b="1" sz="1100"/>
              <a:t>Zeit: </a:t>
            </a:r>
            <a:r>
              <a:rPr sz="1100"/>
              <a:t>ca. 4 Min</a:t>
            </a:r>
          </a:p>
          <a:p>
            <a:r>
              <a:rPr b="1" sz="1100"/>
              <a:t>Material: </a:t>
            </a:r>
            <a:r>
              <a:rPr sz="1100"/>
              <a:t>Handy</a:t>
            </a:r>
          </a:p>
          <a:p>
            <a:r>
              <a:rPr b="1" sz="1100"/>
              <a:t>Hinweis: </a:t>
            </a:r>
            <a:r>
              <a:rPr sz="1100"/>
              <a:t>Wenn möglich zeigen, wo man bei Profil/Kommentar 'Blockieren' und 'Melden' findet.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Eigene Vertrauenspersonen benennen können.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Sammeln im Plenum.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Karte mit Ansprechpersonen</a:t>
            </a:r>
          </a:p>
          <a:p>
            <a:r>
              <a:rPr b="1" sz="1100"/>
              <a:t>Hinweis: </a:t>
            </a:r>
            <a:r>
              <a:rPr sz="1100"/>
              <a:t>Hilfe holen ist stark, nicht peinlich. Konkrete Ansprechpersonen vor Ort nennen (Name, Telefon).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Überleitung in den Praxis-Teil: vom Wissen zum eigenen Tun.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Kurzer Impuls, Hinführung.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&lt; 1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Ankündigen: Jetzt stellen wir TikTok zusammen am eigenen Handy ein. Wer kein Handy hat, schaut bei der Begleitung mit. 'Fehler sind erlaubt.'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Die Praxis-Seite am eigenen Handy öffnen.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Anleitung, QR-Code scannen.</a:t>
            </a:r>
          </a:p>
          <a:p>
            <a:r>
              <a:rPr b="1" sz="1100"/>
              <a:t>Sozialform: </a:t>
            </a:r>
            <a:r>
              <a:rPr sz="1100"/>
              <a:t>Einzeln mit Begleitung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eigenes Handy, QR-Code, WLAN</a:t>
            </a:r>
          </a:p>
          <a:p>
            <a:r>
              <a:rPr b="1" sz="1100"/>
              <a:t>Hinweis: </a:t>
            </a:r>
            <a:r>
              <a:rPr sz="1100"/>
              <a:t>QR-Code mit der Kamera scannen. Begleitung hilft beim Öffnen. Kurz-Link als Alternative an die Wand. Vorlese-Funktion der Seite kurz zeigen.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TikTok gemeinsam Schritt für Schritt sicher einstellen.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Angeleitete Übung am Gerät, Tandem-/Peer-Begleitung.</a:t>
            </a:r>
          </a:p>
          <a:p>
            <a:r>
              <a:rPr b="1" sz="1100"/>
              <a:t>Sozialform: </a:t>
            </a:r>
            <a:r>
              <a:rPr sz="1100"/>
              <a:t>Einzeln mit Begleitung / Tandem</a:t>
            </a:r>
          </a:p>
          <a:p>
            <a:r>
              <a:rPr b="1" sz="1100"/>
              <a:t>Zeit: </a:t>
            </a:r>
            <a:r>
              <a:rPr sz="1100"/>
              <a:t>ca. 10 Min</a:t>
            </a:r>
          </a:p>
          <a:p>
            <a:r>
              <a:rPr b="1" sz="1100"/>
              <a:t>Material: </a:t>
            </a:r>
            <a:r>
              <a:rPr sz="1100"/>
              <a:t>eigenes Handy, Praxis-Seite (QR)</a:t>
            </a:r>
          </a:p>
          <a:p>
            <a:r>
              <a:rPr b="1" sz="1100"/>
              <a:t>Hinweis: </a:t>
            </a:r>
            <a:r>
              <a:rPr sz="1100"/>
              <a:t>Gemeinsam durchgehen: privates Konto, wer darf kommentieren, wer darf schreiben, Downloads aus, blockieren/melden. Pro Schritt warten, bis alle es geschafft haben. Erfolge auf der Checkliste abhaken. Tempo der Gruppe, niemanden bloßstellen.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Inhalte sichern und Verständnis prüfen.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Quiz, Abstimmung (Daumen/Karten).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4 Min</a:t>
            </a:r>
          </a:p>
          <a:p>
            <a:r>
              <a:rPr b="1" sz="1100"/>
              <a:t>Material: </a:t>
            </a:r>
            <a:r>
              <a:rPr sz="1100"/>
              <a:t>Daumen oder Ja/Nein-Karten</a:t>
            </a:r>
          </a:p>
          <a:p>
            <a:r>
              <a:rPr b="1" sz="1100"/>
              <a:t>Hinweis: </a:t>
            </a:r>
            <a:r>
              <a:rPr sz="1100"/>
              <a:t>Jede Aussage vorlesen, abstimmen lassen, erst danach auflösen.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Wissen festigen, Fehlannahmen klären.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Auflösung mit kurzer Begründung.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Besonders Aussage 2: Niemand muss bei einer Challenge mitmachen (Selbstbestimmung).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Fünf Merksätze als Mitnahme verankern.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Wiederholung, reihum vorlesen.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Merkblatt (Leichte Sprache)</a:t>
            </a:r>
          </a:p>
          <a:p>
            <a:r>
              <a:rPr b="1" sz="1100"/>
              <a:t>Hinweis: </a:t>
            </a:r>
            <a:r>
              <a:rPr sz="1100"/>
              <a:t>Teilnehmende vorlesen lassen. Merkblatt mitgeben.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Positiver Abschluss, Transfer in den Alltag.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Fragerunde, Ausblick.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—</a:t>
            </a:r>
          </a:p>
          <a:p>
            <a:r>
              <a:rPr b="1" sz="1100"/>
              <a:t>Hinweis: </a:t>
            </a:r>
            <a:r>
              <a:rPr sz="1100"/>
              <a:t>Auf Lernplattform 'Alex und Tilda' hinweisen. 'Fehler sind erlaubt' noch einmal betonen.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85800"/>
            <a:ext cx="1737360" cy="1737360"/>
          </a:xfrm>
          <a:prstGeom prst="ellipse">
            <a:avLst/>
          </a:prstGeom>
          <a:solidFill>
            <a:srgbClr val="FFFFFF"/>
          </a:solidFill>
          <a:ln w="45847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8058" y="963778"/>
            <a:ext cx="1181405" cy="11814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423160"/>
            <a:ext cx="109728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sicher und selbstbestimmt nutzen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640080" y="4572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Workshop für das Internet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5349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und Tilda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 und selbstbestimmt im Internet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Alexianer Stift Tilbeck GmbH   ·   Gefördert durch die Sozialstiftung NRW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machen wir heute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08760" y="19202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TikTok?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640080" y="2999232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999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508760" y="2999232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 oder öffentlich?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640080" y="4078224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40782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508760" y="4078224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ich im Video zeige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640080" y="5157216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51572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508760" y="5157216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darf kommentieren?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6309360" y="1920240"/>
            <a:ext cx="640080" cy="640080"/>
          </a:xfrm>
          <a:prstGeom prst="ellipse">
            <a:avLst/>
          </a:prstGeom>
          <a:solidFill>
            <a:srgbClr val="B5152B"/>
          </a:solidFill>
          <a:ln/>
        </p:spPr>
      </p:sp>
      <p:sp>
        <p:nvSpPr>
          <p:cNvPr id="18" name="Text 15"/>
          <p:cNvSpPr/>
          <p:nvPr/>
        </p:nvSpPr>
        <p:spPr>
          <a:xfrm>
            <a:off x="630936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178040" y="19202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6309360" y="2999232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21" name="Text 18"/>
          <p:cNvSpPr/>
          <p:nvPr/>
        </p:nvSpPr>
        <p:spPr>
          <a:xfrm>
            <a:off x="6309360" y="2999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7178040" y="2999232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Gefährliche Challenges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6309360" y="4078224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24" name="Text 21"/>
          <p:cNvSpPr/>
          <p:nvPr/>
        </p:nvSpPr>
        <p:spPr>
          <a:xfrm>
            <a:off x="6309360" y="40782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7178040" y="4078224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Probleme: Was kann ich tun?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6309360" y="5157216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27" name="Text 24"/>
          <p:cNvSpPr/>
          <p:nvPr/>
        </p:nvSpPr>
        <p:spPr>
          <a:xfrm>
            <a:off x="6309360" y="51572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7178040" y="5157216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und Abschluss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Unsere Regeln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05740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18058" y="2152498"/>
            <a:ext cx="404165" cy="4041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91640" y="192024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Frage ist gut.</a:t>
            </a:r>
            <a:endParaRPr lang="en-US" sz="2300" dirty="0"/>
          </a:p>
        </p:txBody>
      </p:sp>
      <p:sp>
        <p:nvSpPr>
          <p:cNvPr id="9" name="Shape 5"/>
          <p:cNvSpPr/>
          <p:nvPr/>
        </p:nvSpPr>
        <p:spPr>
          <a:xfrm>
            <a:off x="640080" y="2944368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22960" y="3081528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18058" y="3176626"/>
            <a:ext cx="404165" cy="40416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91640" y="2944368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sind erlaubt.</a:t>
            </a:r>
            <a:endParaRPr lang="en-US" sz="2300" dirty="0"/>
          </a:p>
        </p:txBody>
      </p:sp>
      <p:sp>
        <p:nvSpPr>
          <p:cNvPr id="13" name="Shape 8"/>
          <p:cNvSpPr/>
          <p:nvPr/>
        </p:nvSpPr>
        <p:spPr>
          <a:xfrm>
            <a:off x="640080" y="3968496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22960" y="4105656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8058" y="4200754"/>
            <a:ext cx="404165" cy="40416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691640" y="3968496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hören einander zu.</a:t>
            </a:r>
            <a:endParaRPr lang="en-US" sz="2300" dirty="0"/>
          </a:p>
        </p:txBody>
      </p:sp>
      <p:sp>
        <p:nvSpPr>
          <p:cNvPr id="17" name="Shape 11"/>
          <p:cNvSpPr/>
          <p:nvPr/>
        </p:nvSpPr>
        <p:spPr>
          <a:xfrm>
            <a:off x="640080" y="4992624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822960" y="5129784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18058" y="5224882"/>
            <a:ext cx="404165" cy="40416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691640" y="4992624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machst nur mit, wenn du magst.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TikTok?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74980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ist eine App.</a:t>
            </a:r>
            <a:endParaRPr lang="en-US" sz="2600" dirty="0"/>
          </a:p>
          <a:p>
            <a:pPr algn="l"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schaust kurze Videos.</a:t>
            </a:r>
            <a:endParaRPr lang="en-US" sz="2600" dirty="0"/>
          </a:p>
          <a:p>
            <a:pPr algn="l"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kannst selbst Videos machen.</a:t>
            </a:r>
            <a:endParaRPr lang="en-US" sz="2600" dirty="0"/>
          </a:p>
          <a:p>
            <a:pPr algn="l"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Viele Videos haben Musik und Tanz.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8869680" y="2377440"/>
            <a:ext cx="2377440" cy="2377440"/>
          </a:xfrm>
          <a:prstGeom prst="ellipse">
            <a:avLst/>
          </a:prstGeom>
          <a:solidFill>
            <a:srgbClr val="FFFFFF"/>
          </a:solidFill>
          <a:ln w="62738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250070" y="2757830"/>
            <a:ext cx="1616659" cy="16166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kannst du mit TikTok machen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52120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2240280"/>
            <a:ext cx="914400" cy="914400"/>
          </a:xfrm>
          <a:prstGeom prst="ellipse">
            <a:avLst/>
          </a:prstGeom>
          <a:solidFill>
            <a:srgbClr val="FFFFFF"/>
          </a:solidFill>
          <a:ln w="2413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06424" y="2386584"/>
            <a:ext cx="621792" cy="6217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057400" y="221284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Videos anschauen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6309360" y="1920240"/>
            <a:ext cx="52120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629400" y="2240280"/>
            <a:ext cx="914400" cy="914400"/>
          </a:xfrm>
          <a:prstGeom prst="ellipse">
            <a:avLst/>
          </a:prstGeom>
          <a:solidFill>
            <a:srgbClr val="FFFFFF"/>
          </a:solidFill>
          <a:ln w="2413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75704" y="2386584"/>
            <a:ext cx="621792" cy="6217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26680" y="221284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 Videos machen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640080" y="4023360"/>
            <a:ext cx="52120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960120" y="4343400"/>
            <a:ext cx="914400" cy="914400"/>
          </a:xfrm>
          <a:prstGeom prst="ellipse">
            <a:avLst/>
          </a:prstGeom>
          <a:solidFill>
            <a:srgbClr val="FFFFFF"/>
          </a:solidFill>
          <a:ln w="2413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06424" y="4489704"/>
            <a:ext cx="621792" cy="6217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057400" y="43159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Videos liken und kommentieren</a:t>
            </a:r>
            <a:endParaRPr lang="en-US" sz="2200" dirty="0"/>
          </a:p>
        </p:txBody>
      </p:sp>
      <p:sp>
        <p:nvSpPr>
          <p:cNvPr id="17" name="Shape 11"/>
          <p:cNvSpPr/>
          <p:nvPr/>
        </p:nvSpPr>
        <p:spPr>
          <a:xfrm>
            <a:off x="6309360" y="4023360"/>
            <a:ext cx="52120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629400" y="4343400"/>
            <a:ext cx="914400" cy="914400"/>
          </a:xfrm>
          <a:prstGeom prst="ellipse">
            <a:avLst/>
          </a:prstGeom>
          <a:solidFill>
            <a:srgbClr val="FFFFFF"/>
          </a:solidFill>
          <a:ln w="2413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775704" y="4489704"/>
            <a:ext cx="621792" cy="62179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726680" y="43159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Nachrichten schreiben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2743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57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3657600" y="21488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0" y="27889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 oder</a:t>
            </a:r>
            <a:endParaRPr lang="en-US" sz="3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öffentlich?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0149840" y="64008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54666" y="844906"/>
            <a:ext cx="870509" cy="8705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Dein Konto: privat oder öffentlich?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5212080" cy="3200400"/>
          </a:xfrm>
          <a:prstGeom prst="roundRect">
            <a:avLst>
              <a:gd name="adj" fmla="val 4000"/>
            </a:avLst>
          </a:prstGeom>
          <a:solidFill>
            <a:srgbClr val="E7F3EC"/>
          </a:solidFill>
          <a:ln w="19050">
            <a:solidFill>
              <a:srgbClr val="2E7D4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606040" y="228600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2E7D4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10866" y="2490826"/>
            <a:ext cx="870509" cy="87050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37033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Privates Konto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1005840" y="42976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 deine Freunde sehen deine Videos.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6309360" y="1920240"/>
            <a:ext cx="5212080" cy="3200400"/>
          </a:xfrm>
          <a:prstGeom prst="roundRect">
            <a:avLst>
              <a:gd name="adj" fmla="val 4000"/>
            </a:avLst>
          </a:prstGeom>
          <a:solidFill>
            <a:srgbClr val="FBE9EC"/>
          </a:solidFill>
          <a:ln w="19050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275320" y="228600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80146" y="2490826"/>
            <a:ext cx="870509" cy="87050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83680" y="37033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Öffentliches Konto</a:t>
            </a:r>
            <a:endParaRPr lang="en-US" sz="2300" dirty="0"/>
          </a:p>
        </p:txBody>
      </p:sp>
      <p:sp>
        <p:nvSpPr>
          <p:cNvPr id="14" name="Text 9"/>
          <p:cNvSpPr/>
          <p:nvPr/>
        </p:nvSpPr>
        <p:spPr>
          <a:xfrm>
            <a:off x="6675120" y="42976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Menschen sehen deine Videos.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 dein Konto auf privat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8745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 ist sicherer.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stellst du es ein: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3200400"/>
            <a:ext cx="3322320" cy="2377440"/>
          </a:xfrm>
          <a:prstGeom prst="roundRect">
            <a:avLst>
              <a:gd name="adj" fmla="val 4615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89760" y="3474720"/>
            <a:ext cx="822960" cy="82296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8" name="Text 5"/>
          <p:cNvSpPr/>
          <p:nvPr/>
        </p:nvSpPr>
        <p:spPr>
          <a:xfrm>
            <a:off x="1889760" y="3474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68680" y="4480560"/>
            <a:ext cx="286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Gehe auf dein Profil.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419600" y="3200400"/>
            <a:ext cx="3322320" cy="2377440"/>
          </a:xfrm>
          <a:prstGeom prst="roundRect">
            <a:avLst>
              <a:gd name="adj" fmla="val 4615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0" y="3474720"/>
            <a:ext cx="822960" cy="82296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0" y="3474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4648200" y="4480560"/>
            <a:ext cx="286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Öffne die Einstellungen.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8199120" y="3200400"/>
            <a:ext cx="3322320" cy="2377440"/>
          </a:xfrm>
          <a:prstGeom prst="roundRect">
            <a:avLst>
              <a:gd name="adj" fmla="val 4615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9448800" y="3474720"/>
            <a:ext cx="822960" cy="82296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16" name="Text 13"/>
          <p:cNvSpPr/>
          <p:nvPr/>
        </p:nvSpPr>
        <p:spPr>
          <a:xfrm>
            <a:off x="9448800" y="3474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8427720" y="4480560"/>
            <a:ext cx="286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Schalte 'Privates Konto' an.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2743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57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3657600" y="21488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0" y="27889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ich im</a:t>
            </a:r>
            <a:endParaRPr lang="en-US" sz="3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zeige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0149840" y="64008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54666" y="844906"/>
            <a:ext cx="870509" cy="8705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 nach, bevor du ein Video zeigst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84124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Video kann lange im Internet bleiben.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Andere können dein Video speichern.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Andere können dein Video weiter-schicken.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kannst es dann nicht mehr zurückholen.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692640" y="2468880"/>
            <a:ext cx="1828800" cy="1828800"/>
          </a:xfrm>
          <a:prstGeom prst="ellipse">
            <a:avLst/>
          </a:prstGeom>
          <a:solidFill>
            <a:srgbClr val="FFFFFF"/>
          </a:solidFill>
          <a:ln w="4826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85248" y="2761488"/>
            <a:ext cx="1243584" cy="12435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E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371600" cy="1371600"/>
          </a:xfrm>
          <a:prstGeom prst="ellipse">
            <a:avLst/>
          </a:prstGeom>
          <a:solidFill>
            <a:srgbClr val="FFFFFF"/>
          </a:solidFill>
          <a:ln w="36195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9536" y="768096"/>
            <a:ext cx="932688" cy="9326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23160" y="54864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51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gehört nicht ins Video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219456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2441448"/>
            <a:ext cx="731520" cy="731520"/>
          </a:xfrm>
          <a:prstGeom prst="ellipse">
            <a:avLst/>
          </a:prstGeom>
          <a:solidFill>
            <a:srgbClr val="FFFFFF"/>
          </a:solidFill>
          <a:ln w="19304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85723" y="2558491"/>
            <a:ext cx="497434" cy="49743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8800" y="219456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Deine Adresse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309360" y="219456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537960" y="2441448"/>
            <a:ext cx="731520" cy="731520"/>
          </a:xfrm>
          <a:prstGeom prst="ellipse">
            <a:avLst/>
          </a:prstGeom>
          <a:solidFill>
            <a:srgbClr val="FFFFFF"/>
          </a:solidFill>
          <a:ln w="19304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655003" y="2558491"/>
            <a:ext cx="497434" cy="49743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98080" y="219456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du gerade bist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640080" y="370332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68680" y="3950208"/>
            <a:ext cx="731520" cy="731520"/>
          </a:xfrm>
          <a:prstGeom prst="ellipse">
            <a:avLst/>
          </a:prstGeom>
          <a:solidFill>
            <a:srgbClr val="FFFFFF"/>
          </a:solidFill>
          <a:ln w="19304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85723" y="4067251"/>
            <a:ext cx="497434" cy="49743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828800" y="370332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Deine Telefon-Nummer</a:t>
            </a:r>
            <a:endParaRPr lang="en-US" sz="2000" dirty="0"/>
          </a:p>
        </p:txBody>
      </p:sp>
      <p:sp>
        <p:nvSpPr>
          <p:cNvPr id="17" name="Shape 11"/>
          <p:cNvSpPr/>
          <p:nvPr/>
        </p:nvSpPr>
        <p:spPr>
          <a:xfrm>
            <a:off x="6309360" y="370332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537960" y="3950208"/>
            <a:ext cx="731520" cy="731520"/>
          </a:xfrm>
          <a:prstGeom prst="ellipse">
            <a:avLst/>
          </a:prstGeom>
          <a:solidFill>
            <a:srgbClr val="FFFFFF"/>
          </a:solidFill>
          <a:ln w="19304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655003" y="4067251"/>
            <a:ext cx="497434" cy="49743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498080" y="370332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du wohnst oder arbeitest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8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4906" y="844906"/>
            <a:ext cx="870509" cy="8705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0" y="6400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40080" y="2286000"/>
            <a:ext cx="10881360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280160" y="2651760"/>
            <a:ext cx="9601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3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Schau dein Video vorher an.</a:t>
            </a:r>
            <a:endParaRPr lang="en-US" sz="30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3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 dich: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 das okay für mich?</a:t>
            </a:r>
            <a:endParaRPr lang="en-US" sz="3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2743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57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3657600" y="21488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0" y="27889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darf</a:t>
            </a:r>
            <a:endParaRPr lang="en-US" sz="3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kommentieren?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0149840" y="64008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54666" y="844906"/>
            <a:ext cx="870509" cy="8705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Stelle TikTok sicher ein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5212080" cy="3108960"/>
          </a:xfrm>
          <a:prstGeom prst="roundRect">
            <a:avLst>
              <a:gd name="adj" fmla="val 4118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606040" y="228600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10866" y="2490826"/>
            <a:ext cx="870509" cy="87050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37033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darf kommentieren?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914400" y="43434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1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 meine Freunde.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6309360" y="1920240"/>
            <a:ext cx="5212080" cy="3108960"/>
          </a:xfrm>
          <a:prstGeom prst="roundRect">
            <a:avLst>
              <a:gd name="adj" fmla="val 4118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275320" y="228600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80146" y="2490826"/>
            <a:ext cx="870509" cy="87050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83680" y="37033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darf mir Nachrichten schicken?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6583680" y="43434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1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 meine Freunde.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Vorsicht bei Fremden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84124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Manche Fremde schreiben dir Nachrichten.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musst nicht antworten.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Triff dich nicht mit Fremden aus dem Internet.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musst nichts tun, das du nicht willst.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692640" y="2468880"/>
            <a:ext cx="1828800" cy="1828800"/>
          </a:xfrm>
          <a:prstGeom prst="ellipse">
            <a:avLst/>
          </a:prstGeom>
          <a:solidFill>
            <a:srgbClr val="FFFFFF"/>
          </a:solidFill>
          <a:ln w="48260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85248" y="2761488"/>
            <a:ext cx="1243584" cy="12435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1371600"/>
            <a:ext cx="2011680" cy="2011680"/>
          </a:xfrm>
          <a:prstGeom prst="ellipse">
            <a:avLst/>
          </a:prstGeom>
          <a:solidFill>
            <a:srgbClr val="FFFFFF"/>
          </a:solidFill>
          <a:ln w="53086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96789" y="1693469"/>
            <a:ext cx="1367942" cy="13679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657600"/>
            <a:ext cx="1216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0" y="4846320"/>
            <a:ext cx="1216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Minuten</a:t>
            </a:r>
            <a:endParaRPr lang="en-US" sz="3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2743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57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3657600" y="21488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0" y="27889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Gefährliche</a:t>
            </a:r>
            <a:endParaRPr lang="en-US" sz="3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0149840" y="64008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54666" y="844906"/>
            <a:ext cx="870509" cy="87050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Manche Challenges sind gefährlich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84124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Challenge ist eine Mutprobe.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Viele Menschen machen sie nach.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Manche Challenges sind gefährlich.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kannst dich dabei verletzen.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692640" y="2468880"/>
            <a:ext cx="1828800" cy="1828800"/>
          </a:xfrm>
          <a:prstGeom prst="ellipse">
            <a:avLst/>
          </a:prstGeom>
          <a:solidFill>
            <a:srgbClr val="FFFFFF"/>
          </a:solidFill>
          <a:ln w="48260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85248" y="2761488"/>
            <a:ext cx="1243584" cy="124358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E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371600" cy="1371600"/>
          </a:xfrm>
          <a:prstGeom prst="ellipse">
            <a:avLst/>
          </a:prstGeom>
          <a:solidFill>
            <a:srgbClr val="FFFFFF"/>
          </a:solidFill>
          <a:ln w="36195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9536" y="768096"/>
            <a:ext cx="932688" cy="9326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23160" y="54864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51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musst nicht mitmachen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2286000"/>
            <a:ext cx="10881360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280160" y="2651760"/>
            <a:ext cx="9601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 dich:</a:t>
            </a:r>
            <a:endParaRPr lang="en-US" sz="2700" dirty="0"/>
          </a:p>
          <a:p>
            <a:pPr indent="0" marL="0">
              <a:lnSpc>
                <a:spcPct val="105000"/>
              </a:lnSpc>
              <a:spcAft>
                <a:spcPts val="2200"/>
              </a:spcAft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 das sicher? Tut das weh?</a:t>
            </a:r>
            <a:endParaRPr lang="en-US" sz="27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2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entscheidest selbst.</a:t>
            </a:r>
            <a:endParaRPr lang="en-US" sz="2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musst bei keiner Challenge mitmachen.</a:t>
            </a:r>
            <a:endParaRPr lang="en-US" sz="2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Vorsicht bei Geschenken und Geld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5212080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651760" y="2240280"/>
            <a:ext cx="1188720" cy="1188720"/>
          </a:xfrm>
          <a:prstGeom prst="ellipse">
            <a:avLst/>
          </a:prstGeom>
          <a:solidFill>
            <a:srgbClr val="FFFFFF"/>
          </a:solidFill>
          <a:ln w="3136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41955" y="2430475"/>
            <a:ext cx="808330" cy="8083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35204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Manche Videos versprechen Geschenke.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960120" y="42519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51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 ist das nicht echt.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6309360" y="1920240"/>
            <a:ext cx="5212080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321040" y="2240280"/>
            <a:ext cx="1188720" cy="1188720"/>
          </a:xfrm>
          <a:prstGeom prst="ellipse">
            <a:avLst/>
          </a:prstGeom>
          <a:solidFill>
            <a:srgbClr val="FFFFFF"/>
          </a:solidFill>
          <a:ln w="31369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511235" y="2430475"/>
            <a:ext cx="808330" cy="808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29400" y="35204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Manche wollen dein Geld.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6629400" y="42519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51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Gib kein Geld an Fremde.</a:t>
            </a:r>
            <a:endParaRPr lang="en-US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2743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57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3657600" y="21488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0" y="27889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Probleme.</a:t>
            </a:r>
            <a:endParaRPr lang="en-US" sz="3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kann ich tun?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0149840" y="64008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54666" y="844906"/>
            <a:ext cx="870509" cy="87050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jemand gemein zu dir ist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84124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Manche Menschen schreiben gemeine Kommentare.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nennt man Mobbing.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musst das nicht aushalten.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kannst etwas tun.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692640" y="2468880"/>
            <a:ext cx="1828800" cy="1828800"/>
          </a:xfrm>
          <a:prstGeom prst="ellipse">
            <a:avLst/>
          </a:prstGeom>
          <a:solidFill>
            <a:srgbClr val="FFFFFF"/>
          </a:solidFill>
          <a:ln w="4826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85248" y="2761488"/>
            <a:ext cx="1243584" cy="124358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kannst du tun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33223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752600" y="2240280"/>
            <a:ext cx="1097280" cy="1097280"/>
          </a:xfrm>
          <a:prstGeom prst="ellipse">
            <a:avLst/>
          </a:prstGeom>
          <a:solidFill>
            <a:srgbClr val="FFFFFF"/>
          </a:solidFill>
          <a:ln w="28956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928165" y="2415845"/>
            <a:ext cx="746150" cy="7461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47472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Blockieren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868680" y="4069080"/>
            <a:ext cx="286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Person kann dich nicht mehr erreichen.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4419600" y="1920240"/>
            <a:ext cx="33223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532120" y="2240280"/>
            <a:ext cx="1097280" cy="1097280"/>
          </a:xfrm>
          <a:prstGeom prst="ellipse">
            <a:avLst/>
          </a:prstGeom>
          <a:solidFill>
            <a:srgbClr val="FFFFFF"/>
          </a:solidFill>
          <a:ln w="28956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707685" y="2415845"/>
            <a:ext cx="746150" cy="7461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02480" y="347472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Melden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4648200" y="4069080"/>
            <a:ext cx="286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sagst TikTok Bescheid.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8199120" y="1920240"/>
            <a:ext cx="33223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311640" y="2240280"/>
            <a:ext cx="1097280" cy="1097280"/>
          </a:xfrm>
          <a:prstGeom prst="ellipse">
            <a:avLst/>
          </a:prstGeom>
          <a:solidFill>
            <a:srgbClr val="FFFFFF"/>
          </a:solidFill>
          <a:ln w="28956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487205" y="2415845"/>
            <a:ext cx="746150" cy="7461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82000" y="347472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Hilfe holen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8427720" y="4069080"/>
            <a:ext cx="286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Sprich mit einer Person, der du vertraust.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8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4906" y="844906"/>
            <a:ext cx="870509" cy="8705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0" y="640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 dir Hilfe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40080" y="2286000"/>
            <a:ext cx="10881360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280160" y="2651760"/>
            <a:ext cx="9601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bist nicht allein.</a:t>
            </a:r>
            <a:endParaRPr lang="en-US" sz="2700" dirty="0"/>
          </a:p>
          <a:p>
            <a:pPr indent="0" marL="0">
              <a:lnSpc>
                <a:spcPct val="105000"/>
              </a:lnSpc>
              <a:spcAft>
                <a:spcPts val="1800"/>
              </a:spcAft>
              <a:buNone/>
            </a:pPr>
            <a:r>
              <a:rPr lang="en-US" sz="2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Sprich mit einer Person, der du vertraust.</a:t>
            </a:r>
            <a:endParaRPr lang="en-US" sz="27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2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Zum Beispiel: Familie, Freund,</a:t>
            </a:r>
            <a:endParaRPr lang="en-US" sz="2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Betreuerin oder Betreuer.</a:t>
            </a:r>
            <a:endParaRPr lang="en-US" sz="2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1143000"/>
            <a:ext cx="1828800" cy="1828800"/>
          </a:xfrm>
          <a:prstGeom prst="ellipse">
            <a:avLst/>
          </a:prstGeom>
          <a:solidFill>
            <a:srgbClr val="FFFFFF"/>
          </a:solidFill>
          <a:ln w="48260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58968" y="1435608"/>
            <a:ext cx="1243584" cy="12435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337560"/>
            <a:ext cx="1216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0" y="4434840"/>
            <a:ext cx="1216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stellen wir TikTok zusammen ein</a:t>
            </a:r>
            <a:endParaRPr lang="en-US" sz="2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 den Code und mach mit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384048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/home/claude/snap_ws/qr_tikt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240280"/>
            <a:ext cx="32004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5806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88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alex-und-tilda.github.io/sicher-und-selbstbestimmt-im-internet/praxis/tiktok.html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029200" y="2011680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9" name="Text 5"/>
          <p:cNvSpPr/>
          <p:nvPr/>
        </p:nvSpPr>
        <p:spPr>
          <a:xfrm>
            <a:off x="50292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897880" y="2011680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Öffne die Kamera am Handy.</a:t>
            </a:r>
            <a:endParaRPr lang="en-US" sz="2100" dirty="0"/>
          </a:p>
        </p:txBody>
      </p:sp>
      <p:sp>
        <p:nvSpPr>
          <p:cNvPr id="11" name="Shape 7"/>
          <p:cNvSpPr/>
          <p:nvPr/>
        </p:nvSpPr>
        <p:spPr>
          <a:xfrm>
            <a:off x="5029200" y="2852928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12" name="Text 8"/>
          <p:cNvSpPr/>
          <p:nvPr/>
        </p:nvSpPr>
        <p:spPr>
          <a:xfrm>
            <a:off x="5029200" y="2852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897880" y="2852928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Halte sie auf den Code.</a:t>
            </a:r>
            <a:endParaRPr lang="en-US" sz="2100" dirty="0"/>
          </a:p>
        </p:txBody>
      </p:sp>
      <p:sp>
        <p:nvSpPr>
          <p:cNvPr id="14" name="Shape 10"/>
          <p:cNvSpPr/>
          <p:nvPr/>
        </p:nvSpPr>
        <p:spPr>
          <a:xfrm>
            <a:off x="5029200" y="3694176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15" name="Text 11"/>
          <p:cNvSpPr/>
          <p:nvPr/>
        </p:nvSpPr>
        <p:spPr>
          <a:xfrm>
            <a:off x="5029200" y="36941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5897880" y="3694176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Tippe auf den Link.</a:t>
            </a:r>
            <a:endParaRPr lang="en-US" sz="2100" dirty="0"/>
          </a:p>
        </p:txBody>
      </p:sp>
      <p:sp>
        <p:nvSpPr>
          <p:cNvPr id="17" name="Shape 13"/>
          <p:cNvSpPr/>
          <p:nvPr/>
        </p:nvSpPr>
        <p:spPr>
          <a:xfrm>
            <a:off x="5029200" y="4535424"/>
            <a:ext cx="640080" cy="640080"/>
          </a:xfrm>
          <a:prstGeom prst="ellipse">
            <a:avLst/>
          </a:prstGeom>
          <a:solidFill>
            <a:srgbClr val="B5152B"/>
          </a:solidFill>
          <a:ln/>
        </p:spPr>
      </p:sp>
      <p:sp>
        <p:nvSpPr>
          <p:cNvPr id="18" name="Text 14"/>
          <p:cNvSpPr/>
          <p:nvPr/>
        </p:nvSpPr>
        <p:spPr>
          <a:xfrm>
            <a:off x="5029200" y="45354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5897880" y="4535424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gehen es zusammen durch.</a:t>
            </a:r>
            <a:endParaRPr lang="en-US" sz="2100" dirty="0"/>
          </a:p>
        </p:txBody>
      </p:sp>
      <p:sp>
        <p:nvSpPr>
          <p:cNvPr id="20" name="Shape 16"/>
          <p:cNvSpPr/>
          <p:nvPr/>
        </p:nvSpPr>
        <p:spPr>
          <a:xfrm>
            <a:off x="5029200" y="5532120"/>
            <a:ext cx="649224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/>
        </p:spPr>
      </p:sp>
      <p:sp>
        <p:nvSpPr>
          <p:cNvPr id="21" name="Text 17"/>
          <p:cNvSpPr/>
          <p:nvPr/>
        </p:nvSpPr>
        <p:spPr>
          <a:xfrm>
            <a:off x="5257800" y="553212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Handy dabei? Schau bei der Begleitung mit.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stellen wir zusammen ein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2002536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65022" y="2090318"/>
            <a:ext cx="373075" cy="3730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920240"/>
            <a:ext cx="9052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Konto auf privat stellen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10927080" y="2075688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C6C7C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40080" y="2761488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77240" y="2843784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5022" y="2931566"/>
            <a:ext cx="373075" cy="3730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2761488"/>
            <a:ext cx="9052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darf kommentieren</a:t>
            </a:r>
            <a:endParaRPr lang="en-US" sz="2200" dirty="0"/>
          </a:p>
        </p:txBody>
      </p:sp>
      <p:sp>
        <p:nvSpPr>
          <p:cNvPr id="14" name="Shape 9"/>
          <p:cNvSpPr/>
          <p:nvPr/>
        </p:nvSpPr>
        <p:spPr>
          <a:xfrm>
            <a:off x="10927080" y="2916936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C6C7C8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40080" y="3602736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77240" y="3685032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65022" y="3772814"/>
            <a:ext cx="373075" cy="3730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3602736"/>
            <a:ext cx="9052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darf mir schreiben</a:t>
            </a:r>
            <a:endParaRPr lang="en-US" sz="2200" dirty="0"/>
          </a:p>
        </p:txBody>
      </p:sp>
      <p:sp>
        <p:nvSpPr>
          <p:cNvPr id="19" name="Shape 13"/>
          <p:cNvSpPr/>
          <p:nvPr/>
        </p:nvSpPr>
        <p:spPr>
          <a:xfrm>
            <a:off x="10927080" y="3758184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C6C7C8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40080" y="4443984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452628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65022" y="4614062"/>
            <a:ext cx="373075" cy="37307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54480" y="4443984"/>
            <a:ext cx="9052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Video-Downloads ausschalten</a:t>
            </a:r>
            <a:endParaRPr lang="en-US" sz="2200" dirty="0"/>
          </a:p>
        </p:txBody>
      </p:sp>
      <p:sp>
        <p:nvSpPr>
          <p:cNvPr id="24" name="Shape 17"/>
          <p:cNvSpPr/>
          <p:nvPr/>
        </p:nvSpPr>
        <p:spPr>
          <a:xfrm>
            <a:off x="10927080" y="459943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C6C7C8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40080" y="5285232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777240" y="5367528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65022" y="5455310"/>
            <a:ext cx="373075" cy="37307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554480" y="5285232"/>
            <a:ext cx="9052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Blockieren und melden</a:t>
            </a:r>
            <a:endParaRPr lang="en-US" sz="2200" dirty="0"/>
          </a:p>
        </p:txBody>
      </p:sp>
      <p:sp>
        <p:nvSpPr>
          <p:cNvPr id="29" name="Shape 21"/>
          <p:cNvSpPr/>
          <p:nvPr/>
        </p:nvSpPr>
        <p:spPr>
          <a:xfrm>
            <a:off x="10927080" y="544068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C6C7C8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haken gemeinsam ab, was du geschafft hast.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Quiz: Richtig oder Falsch?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075688"/>
            <a:ext cx="548640" cy="548640"/>
          </a:xfrm>
          <a:prstGeom prst="ellipse">
            <a:avLst/>
          </a:prstGeom>
          <a:solidFill>
            <a:srgbClr val="57A3C7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600200" y="192024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stelle mein Konto auf privat.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40080" y="297180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3127248"/>
            <a:ext cx="548640" cy="548640"/>
          </a:xfrm>
          <a:prstGeom prst="ellipse">
            <a:avLst/>
          </a:prstGeom>
          <a:solidFill>
            <a:srgbClr val="57A3C7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127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600200" y="29718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muss bei jeder Challenge mitmachen.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640080" y="402336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2960" y="4178808"/>
            <a:ext cx="548640" cy="548640"/>
          </a:xfrm>
          <a:prstGeom prst="ellipse">
            <a:avLst/>
          </a:prstGeom>
          <a:solidFill>
            <a:srgbClr val="57A3C7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178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600200" y="402336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gemeinen Kommentaren kann ich die Person blockieren.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meinst du? Richtig oder Falsch?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Antworten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E7F3EC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2121408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71093" y="2223821"/>
            <a:ext cx="435254" cy="43525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37360" y="1920240"/>
            <a:ext cx="9555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stelle mein Konto auf privat. 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Richtig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40080" y="315468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BE9EC"/>
          </a:solidFill>
          <a:ln w="12700">
            <a:solidFill>
              <a:srgbClr val="B5152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68680" y="3355848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71093" y="3458261"/>
            <a:ext cx="435254" cy="43525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37360" y="3154680"/>
            <a:ext cx="9555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muss bei jeder Challenge mitmachen. 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B51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Falsch – du entscheidest selbst.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640080" y="438912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E7F3EC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68680" y="4590288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71093" y="4692701"/>
            <a:ext cx="435254" cy="43525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737360" y="4389120"/>
            <a:ext cx="9555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gemeinen Kommentaren kann ich blockieren. 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Richtig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haben wir gelernt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2493" y="2022653"/>
            <a:ext cx="435254" cy="43525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54480" y="192024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 dein Konto auf privat.</a:t>
            </a:r>
            <a:endParaRPr lang="en-US" sz="2300" dirty="0"/>
          </a:p>
        </p:txBody>
      </p:sp>
      <p:sp>
        <p:nvSpPr>
          <p:cNvPr id="8" name="Shape 4"/>
          <p:cNvSpPr/>
          <p:nvPr/>
        </p:nvSpPr>
        <p:spPr>
          <a:xfrm>
            <a:off x="640080" y="2816352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2493" y="2918765"/>
            <a:ext cx="435254" cy="43525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54480" y="281635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Zeig keine privaten Daten im Video.</a:t>
            </a:r>
            <a:endParaRPr lang="en-US" sz="2300" dirty="0"/>
          </a:p>
        </p:txBody>
      </p:sp>
      <p:sp>
        <p:nvSpPr>
          <p:cNvPr id="11" name="Shape 6"/>
          <p:cNvSpPr/>
          <p:nvPr/>
        </p:nvSpPr>
        <p:spPr>
          <a:xfrm>
            <a:off x="640080" y="3712464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2493" y="3814877"/>
            <a:ext cx="435254" cy="43525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54480" y="3712464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musst bei keiner Challenge mitmachen.</a:t>
            </a:r>
            <a:endParaRPr lang="en-US" sz="2300" dirty="0"/>
          </a:p>
        </p:txBody>
      </p:sp>
      <p:sp>
        <p:nvSpPr>
          <p:cNvPr id="14" name="Shape 8"/>
          <p:cNvSpPr/>
          <p:nvPr/>
        </p:nvSpPr>
        <p:spPr>
          <a:xfrm>
            <a:off x="640080" y="4608576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42493" y="4710989"/>
            <a:ext cx="435254" cy="43525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554480" y="4608576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Gib kein Geld an Fremde.</a:t>
            </a:r>
            <a:endParaRPr lang="en-US" sz="2300" dirty="0"/>
          </a:p>
        </p:txBody>
      </p:sp>
      <p:sp>
        <p:nvSpPr>
          <p:cNvPr id="17" name="Shape 10"/>
          <p:cNvSpPr/>
          <p:nvPr/>
        </p:nvSpPr>
        <p:spPr>
          <a:xfrm>
            <a:off x="640080" y="5504688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42493" y="5607101"/>
            <a:ext cx="435254" cy="43525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554480" y="55046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 dir Hilfe bei Problemen.</a:t>
            </a:r>
            <a:endParaRPr lang="en-US" sz="2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1097280"/>
            <a:ext cx="1828800" cy="1828800"/>
          </a:xfrm>
          <a:prstGeom prst="ellipse">
            <a:avLst/>
          </a:prstGeom>
          <a:solidFill>
            <a:srgbClr val="FFFFFF"/>
          </a:solidFill>
          <a:ln w="48260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58968" y="1389888"/>
            <a:ext cx="1243584" cy="12435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200400"/>
            <a:ext cx="1216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Danke!</a:t>
            </a:r>
            <a:endParaRPr lang="en-US" sz="5800" dirty="0"/>
          </a:p>
        </p:txBody>
      </p:sp>
      <p:sp>
        <p:nvSpPr>
          <p:cNvPr id="5" name="Text 2"/>
          <p:cNvSpPr/>
          <p:nvPr/>
        </p:nvSpPr>
        <p:spPr>
          <a:xfrm>
            <a:off x="0" y="4389120"/>
            <a:ext cx="1216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machst das gut.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0" y="521208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 du noch Fragen?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0" y="5943600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Alexianer Stift Tilbeck GmbH   ·   Gefördert durch die Sozialstiftung NRW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TikTok sicher und selbstbestimmt nutzen</dc:title>
  <dc:subject>PptxGenJS Presentation</dc:subject>
  <dc:creator>Alexianer Stift Tilbeck – Digitale Teilhabe</dc:creator>
  <cp:lastModifiedBy>Alexianer Stift Tilbeck – Digitale Teilhabe</cp:lastModifiedBy>
  <cp:revision>1</cp:revision>
  <dcterms:created xsi:type="dcterms:W3CDTF">2026-06-24T06:27:19Z</dcterms:created>
  <dcterms:modified xsi:type="dcterms:W3CDTF">2026-06-24T06:27:19Z</dcterms:modified>
</cp:coreProperties>
</file>